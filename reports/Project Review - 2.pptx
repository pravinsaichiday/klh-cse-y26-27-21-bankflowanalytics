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1"/>
  </p:notesMasterIdLst>
  <p:sldIdLst>
    <p:sldId id="256" r:id="rId2"/>
    <p:sldId id="257" r:id="rId3"/>
    <p:sldId id="258" r:id="rId4"/>
    <p:sldId id="259" r:id="rId5"/>
    <p:sldId id="260" r:id="rId6"/>
    <p:sldId id="261" r:id="rId7"/>
    <p:sldId id="262" r:id="rId8"/>
    <p:sldId id="263" r:id="rId9"/>
    <p:sldId id="264" r:id="rId10"/>
  </p:sldIdLst>
  <p:sldSz cx="12192000" cy="6858000"/>
  <p:notesSz cx="6858000" cy="9144000"/>
  <p:defaultTextStyle>
    <a:defPPr>
      <a:defRPr lang="en-US"/>
    </a:defPPr>
    <a:lvl1pPr marL="0" algn="l" defTabSz="457200" rtl="0">
      <a:defRPr sz="1800">
        <a:solidFill>
          <a:schemeClr val="tx1"/>
        </a:solidFill>
        <a:latin typeface="+mn-lt"/>
        <a:ea typeface="+mn-ea"/>
        <a:cs typeface="+mn-cs"/>
      </a:defRPr>
    </a:lvl1pPr>
    <a:lvl2pPr marL="457200" algn="l" defTabSz="457200" rtl="0">
      <a:defRPr sz="1800">
        <a:solidFill>
          <a:schemeClr val="tx1"/>
        </a:solidFill>
        <a:latin typeface="+mn-lt"/>
        <a:ea typeface="+mn-ea"/>
        <a:cs typeface="+mn-cs"/>
      </a:defRPr>
    </a:lvl2pPr>
    <a:lvl3pPr marL="914400" algn="l" defTabSz="457200" rtl="0">
      <a:defRPr sz="1800">
        <a:solidFill>
          <a:schemeClr val="tx1"/>
        </a:solidFill>
        <a:latin typeface="+mn-lt"/>
        <a:ea typeface="+mn-ea"/>
        <a:cs typeface="+mn-cs"/>
      </a:defRPr>
    </a:lvl3pPr>
    <a:lvl4pPr marL="1371600" algn="l" defTabSz="457200" rtl="0">
      <a:defRPr sz="1800">
        <a:solidFill>
          <a:schemeClr val="tx1"/>
        </a:solidFill>
        <a:latin typeface="+mn-lt"/>
        <a:ea typeface="+mn-ea"/>
        <a:cs typeface="+mn-cs"/>
      </a:defRPr>
    </a:lvl4pPr>
    <a:lvl5pPr marL="1828800" algn="l" defTabSz="457200" rtl="0">
      <a:defRPr sz="1800">
        <a:solidFill>
          <a:schemeClr val="tx1"/>
        </a:solidFill>
        <a:latin typeface="+mn-lt"/>
        <a:ea typeface="+mn-ea"/>
        <a:cs typeface="+mn-cs"/>
      </a:defRPr>
    </a:lvl5pPr>
    <a:lvl6pPr marL="2286000" algn="l" defTabSz="457200" rtl="0">
      <a:defRPr sz="1800">
        <a:solidFill>
          <a:schemeClr val="tx1"/>
        </a:solidFill>
        <a:latin typeface="+mn-lt"/>
        <a:ea typeface="+mn-ea"/>
        <a:cs typeface="+mn-cs"/>
      </a:defRPr>
    </a:lvl6pPr>
    <a:lvl7pPr marL="2743200" algn="l" defTabSz="457200" rtl="0">
      <a:defRPr sz="1800">
        <a:solidFill>
          <a:schemeClr val="tx1"/>
        </a:solidFill>
        <a:latin typeface="+mn-lt"/>
        <a:ea typeface="+mn-ea"/>
        <a:cs typeface="+mn-cs"/>
      </a:defRPr>
    </a:lvl7pPr>
    <a:lvl8pPr marL="3200400" algn="l" defTabSz="457200" rtl="0">
      <a:defRPr sz="1800">
        <a:solidFill>
          <a:schemeClr val="tx1"/>
        </a:solidFill>
        <a:latin typeface="+mn-lt"/>
        <a:ea typeface="+mn-ea"/>
        <a:cs typeface="+mn-cs"/>
      </a:defRPr>
    </a:lvl8pPr>
    <a:lvl9pPr marL="3657600" algn="l" defTabSz="457200" rtl="0">
      <a:defRPr sz="18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a:solidFill>
                <a:schemeClr val="lt1"/>
              </a:solidFill>
            </a:ln>
          </a:left>
          <a:right>
            <a:ln w="12700">
              <a:solidFill>
                <a:schemeClr val="lt1"/>
              </a:solidFill>
            </a:ln>
          </a:right>
          <a:top>
            <a:ln w="12700">
              <a:solidFill>
                <a:schemeClr val="lt1"/>
              </a:solidFill>
            </a:ln>
          </a:top>
          <a:bottom>
            <a:ln w="12700">
              <a:solidFill>
                <a:schemeClr val="lt1"/>
              </a:solidFill>
            </a:ln>
          </a:bottom>
          <a:insideH>
            <a:ln w="12700">
              <a:solidFill>
                <a:schemeClr val="lt1"/>
              </a:solidFill>
            </a:ln>
          </a:insideH>
          <a:insideV>
            <a:ln w="12700">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fill>
          <a:solidFill>
            <a:schemeClr val="accent1">
              <a:tint val="40000"/>
            </a:schemeClr>
          </a:solidFill>
        </a:fill>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a:solidFill>
                <a:schemeClr val="lt1"/>
              </a:solidFill>
            </a:ln>
          </a:top>
        </a:tcBdr>
        <a:fill>
          <a:solidFill>
            <a:schemeClr val="accent1"/>
          </a:solidFill>
        </a:fill>
      </a:tcStyle>
    </a:lastRow>
    <a:seCell>
      <a:tcStyle>
        <a:tcBdr/>
      </a:tcStyle>
    </a:seCell>
    <a:swCell>
      <a:tcStyle>
        <a:tcBdr/>
      </a:tcStyle>
    </a:swCell>
    <a:firstRow>
      <a:tcTxStyle b="on">
        <a:fontRef idx="minor">
          <a:prstClr val="black"/>
        </a:fontRef>
        <a:schemeClr val="lt1"/>
      </a:tcTxStyle>
      <a:tcStyle>
        <a:tcBdr>
          <a:bottom>
            <a:ln w="38100">
              <a:solidFill>
                <a:schemeClr val="lt1"/>
              </a:solidFill>
            </a:ln>
          </a:bottom>
        </a:tcBdr>
        <a:fill>
          <a:solidFill>
            <a:schemeClr val="accent1"/>
          </a:solidFill>
        </a:fill>
      </a:tcStyle>
    </a:firstRow>
    <a:neCell>
      <a:tcStyle>
        <a:tcBdr/>
      </a:tcStyle>
    </a:neCell>
    <a:nwCell>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70" d="100"/>
          <a:sy n="70" d="100"/>
        </p:scale>
        <p:origin x="512" y="52"/>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bwMode="auto">
        <a:xfrm>
          <a:off x="0" y="0"/>
          <a:ext cx="0" cy="0"/>
          <a:chOff x="0" y="0"/>
          <a:chExt cx="0" cy="0"/>
        </a:xfrm>
      </p:grpSpPr>
      <p:sp>
        <p:nvSpPr>
          <p:cNvPr id="319638144" name="Header Placeholder 1"/>
          <p:cNvSpPr>
            <a:spLocks noGrp="1"/>
          </p:cNvSpPr>
          <p:nvPr>
            <p:ph type="hdr" sz="quarter"/>
          </p:nvPr>
        </p:nvSpPr>
        <p:spPr bwMode="auto">
          <a:xfrm>
            <a:off x="0" y="0"/>
            <a:ext cx="2971800" cy="458788"/>
          </a:xfrm>
          <a:prstGeom prst="rect">
            <a:avLst/>
          </a:prstGeom>
        </p:spPr>
        <p:txBody>
          <a:bodyPr vert="horz" lIns="91440" tIns="45720" rIns="91440" bIns="45720" rtlCol="0" anchor="ctr"/>
          <a:lstStyle>
            <a:lvl1pPr algn="l">
              <a:defRPr sz="1200"/>
            </a:lvl1pPr>
          </a:lstStyle>
          <a:p>
            <a:pPr>
              <a:defRPr/>
            </a:pPr>
            <a:endParaRPr/>
          </a:p>
        </p:txBody>
      </p:sp>
      <p:sp>
        <p:nvSpPr>
          <p:cNvPr id="1941120992" name="Date Placeholder 2"/>
          <p:cNvSpPr>
            <a:spLocks noGrp="1"/>
          </p:cNvSpPr>
          <p:nvPr>
            <p:ph type="dt" idx="2"/>
          </p:nvPr>
        </p:nvSpPr>
        <p:spPr bwMode="auto">
          <a:xfrm>
            <a:off x="3884613" y="0"/>
            <a:ext cx="2971800" cy="458788"/>
          </a:xfrm>
          <a:prstGeom prst="rect">
            <a:avLst/>
          </a:prstGeom>
        </p:spPr>
        <p:txBody>
          <a:bodyPr vert="horz" lIns="91440" tIns="45720" rIns="91440" bIns="45720" rtlCol="0" anchor="ctr"/>
          <a:lstStyle>
            <a:lvl1pPr algn="r">
              <a:defRPr sz="1200"/>
            </a:lvl1pPr>
          </a:lstStyle>
          <a:p>
            <a:pPr>
              <a:defRPr/>
            </a:pPr>
            <a:endParaRPr/>
          </a:p>
        </p:txBody>
      </p:sp>
      <p:sp>
        <p:nvSpPr>
          <p:cNvPr id="973136472" name="Date Placeholder 2"/>
          <p:cNvSpPr>
            <a:spLocks noGrp="1"/>
          </p:cNvSpPr>
          <p:nvPr>
            <p:ph type="dt" idx="3"/>
          </p:nvPr>
        </p:nvSpPr>
        <p:spPr bwMode="auto">
          <a:xfrm>
            <a:off x="3884613" y="0"/>
            <a:ext cx="2971800" cy="458788"/>
          </a:xfrm>
          <a:prstGeom prst="rect">
            <a:avLst/>
          </a:prstGeom>
        </p:spPr>
        <p:txBody>
          <a:bodyPr vert="horz" lIns="91440" tIns="45720" rIns="91440" bIns="45720" rtlCol="0" anchor="ctr"/>
          <a:lstStyle>
            <a:lvl1pPr algn="r">
              <a:defRPr sz="1200"/>
            </a:lvl1pPr>
          </a:lstStyle>
          <a:p>
            <a:pPr>
              <a:defRPr/>
            </a:pPr>
            <a:endParaRPr/>
          </a:p>
        </p:txBody>
      </p:sp>
      <p:sp>
        <p:nvSpPr>
          <p:cNvPr id="376633507" name="Notes Placeholder 4"/>
          <p:cNvSpPr>
            <a:spLocks noGrp="1"/>
          </p:cNvSpPr>
          <p:nvPr>
            <p:ph type="body" sz="quarter" idx="1"/>
          </p:nvPr>
        </p:nvSpPr>
        <p:spPr bwMode="auto">
          <a:xfrm>
            <a:off x="685800" y="4400550"/>
            <a:ext cx="5486400" cy="3600450"/>
          </a:xfrm>
          <a:prstGeom prst="rect">
            <a:avLst/>
          </a:prstGeom>
        </p:spPr>
        <p:txBody>
          <a:bodyPr vert="horz" lIns="91440" tIns="45720" rIns="91440" bIns="45720" rtlCol="0" anchor="ctr"/>
          <a:lstStyle/>
          <a:p>
            <a:pPr>
              <a:defRPr/>
            </a:pPr>
            <a:endParaRPr/>
          </a:p>
        </p:txBody>
      </p:sp>
      <p:sp>
        <p:nvSpPr>
          <p:cNvPr id="1002094651" name="Footer Placeholder 5"/>
          <p:cNvSpPr>
            <a:spLocks noGrp="1"/>
          </p:cNvSpPr>
          <p:nvPr>
            <p:ph type="ftr" sz="quarter" idx="4"/>
          </p:nvPr>
        </p:nvSpPr>
        <p:spPr bwMode="auto">
          <a:xfrm>
            <a:off x="0" y="8685213"/>
            <a:ext cx="2971800" cy="458787"/>
          </a:xfrm>
          <a:prstGeom prst="rect">
            <a:avLst/>
          </a:prstGeom>
        </p:spPr>
        <p:txBody>
          <a:bodyPr vert="horz" lIns="91440" tIns="45720" rIns="91440" bIns="45720" rtlCol="0" anchor="b"/>
          <a:lstStyle>
            <a:lvl1pPr algn="l">
              <a:defRPr sz="1200"/>
            </a:lvl1pPr>
          </a:lstStyle>
          <a:p>
            <a:pPr>
              <a:defRPr/>
            </a:pPr>
            <a:endParaRPr/>
          </a:p>
        </p:txBody>
      </p:sp>
      <p:sp>
        <p:nvSpPr>
          <p:cNvPr id="1620099170" name="Slide Number Placeholder 6"/>
          <p:cNvSpPr>
            <a:spLocks noGrp="1"/>
          </p:cNvSpPr>
          <p:nvPr>
            <p:ph type="sldNum" sz="quarter" idx="10"/>
          </p:nvPr>
        </p:nvSpPr>
        <p:spPr bwMode="auto">
          <a:xfrm>
            <a:off x="3884613" y="8685213"/>
            <a:ext cx="2971800" cy="458787"/>
          </a:xfrm>
          <a:prstGeom prst="rect">
            <a:avLst/>
          </a:prstGeom>
        </p:spPr>
        <p:txBody>
          <a:bodyPr vert="horz" lIns="91440" tIns="45720" rIns="91440" bIns="45720" rtlCol="0" anchor="b"/>
          <a:lstStyle>
            <a:lvl1pPr algn="r">
              <a:defRPr sz="1200"/>
            </a:lvl1pPr>
          </a:lstStyle>
          <a:p>
            <a:pPr>
              <a:defRPr/>
            </a:pPr>
            <a:endParaRPr/>
          </a:p>
        </p:txBody>
      </p:sp>
    </p:spTree>
  </p:cSld>
  <p:clrMap bg1="lt1" tx1="dk1" bg2="lt2" tx2="dk2" accent1="accent1" accent2="accent2" accent3="accent3" accent4="accent4" accent5="accent5" accent6="accent6" hlink="hlink" folHlink="folHlink"/>
  <p:notesStyle>
    <a:lvl1pPr marL="0" algn="l" defTabSz="914400">
      <a:defRPr sz="1200">
        <a:solidFill>
          <a:schemeClr val="tx1"/>
        </a:solidFill>
        <a:latin typeface="+mn-lt"/>
        <a:ea typeface="+mn-ea"/>
        <a:cs typeface="+mn-cs"/>
      </a:defRPr>
    </a:lvl1pPr>
    <a:lvl2pPr marL="457200" algn="l" defTabSz="914400">
      <a:defRPr sz="1200">
        <a:solidFill>
          <a:schemeClr val="tx1"/>
        </a:solidFill>
        <a:latin typeface="+mn-lt"/>
        <a:ea typeface="+mn-ea"/>
        <a:cs typeface="+mn-cs"/>
      </a:defRPr>
    </a:lvl2pPr>
    <a:lvl3pPr marL="914400" algn="l" defTabSz="914400">
      <a:defRPr sz="1200">
        <a:solidFill>
          <a:schemeClr val="tx1"/>
        </a:solidFill>
        <a:latin typeface="+mn-lt"/>
        <a:ea typeface="+mn-ea"/>
        <a:cs typeface="+mn-cs"/>
      </a:defRPr>
    </a:lvl3pPr>
    <a:lvl4pPr marL="1371600" algn="l" defTabSz="914400">
      <a:defRPr sz="1200">
        <a:solidFill>
          <a:schemeClr val="tx1"/>
        </a:solidFill>
        <a:latin typeface="+mn-lt"/>
        <a:ea typeface="+mn-ea"/>
        <a:cs typeface="+mn-cs"/>
      </a:defRPr>
    </a:lvl4pPr>
    <a:lvl5pPr marL="1828800" algn="l" defTabSz="914400">
      <a:defRPr sz="1200">
        <a:solidFill>
          <a:schemeClr val="tx1"/>
        </a:solidFill>
        <a:latin typeface="+mn-lt"/>
        <a:ea typeface="+mn-ea"/>
        <a:cs typeface="+mn-cs"/>
      </a:defRPr>
    </a:lvl5pPr>
    <a:lvl6pPr marL="2286000" algn="l" defTabSz="914400">
      <a:defRPr sz="1200">
        <a:solidFill>
          <a:schemeClr val="tx1"/>
        </a:solidFill>
        <a:latin typeface="+mn-lt"/>
        <a:ea typeface="+mn-ea"/>
        <a:cs typeface="+mn-cs"/>
      </a:defRPr>
    </a:lvl6pPr>
    <a:lvl7pPr marL="2743200" algn="l" defTabSz="914400">
      <a:defRPr sz="1200">
        <a:solidFill>
          <a:schemeClr val="tx1"/>
        </a:solidFill>
        <a:latin typeface="+mn-lt"/>
        <a:ea typeface="+mn-ea"/>
        <a:cs typeface="+mn-cs"/>
      </a:defRPr>
    </a:lvl7pPr>
    <a:lvl8pPr marL="3200400" algn="l" defTabSz="914400">
      <a:defRPr sz="1200">
        <a:solidFill>
          <a:schemeClr val="tx1"/>
        </a:solidFill>
        <a:latin typeface="+mn-lt"/>
        <a:ea typeface="+mn-ea"/>
        <a:cs typeface="+mn-cs"/>
      </a:defRPr>
    </a:lvl8pPr>
    <a:lvl9pPr marL="3657600" algn="l" defTabSz="914400">
      <a:defRPr sz="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582813917" name="Slide Image Placeholder 1"/>
          <p:cNvSpPr>
            <a:spLocks noGrp="1" noRot="1" noChangeAspect="1"/>
          </p:cNvSpPr>
          <p:nvPr>
            <p:ph type="sldImg"/>
          </p:nvPr>
        </p:nvSpPr>
        <p:spPr bwMode="auto"/>
      </p:sp>
      <p:sp>
        <p:nvSpPr>
          <p:cNvPr id="380149007" name="Notes Placeholder 2"/>
          <p:cNvSpPr>
            <a:spLocks noGrp="1"/>
          </p:cNvSpPr>
          <p:nvPr>
            <p:ph type="body" idx="1"/>
          </p:nvPr>
        </p:nvSpPr>
        <p:spPr bwMode="auto"/>
        <p:txBody>
          <a:bodyPr/>
          <a:lstStyle/>
          <a:p>
            <a:pPr>
              <a:defRPr/>
            </a:pPr>
            <a:endParaRPr/>
          </a:p>
        </p:txBody>
      </p:sp>
      <p:sp>
        <p:nvSpPr>
          <p:cNvPr id="124601894" name="Slide Number Placeholder 3"/>
          <p:cNvSpPr>
            <a:spLocks noGrp="1"/>
          </p:cNvSpPr>
          <p:nvPr>
            <p:ph type="sldNum" sz="quarter" idx="10"/>
          </p:nvPr>
        </p:nvSpPr>
        <p:spPr bwMode="auto"/>
        <p:txBody>
          <a:bodyPr/>
          <a:lstStyle/>
          <a:p>
            <a:pPr>
              <a:defRPr/>
            </a:pPr>
            <a:fld id="{FF64F6A9-F91A-0AF6-6B81-CE69EF893558}" type="slidenum">
              <a:rPr/>
              <a:t>1</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1779394442" name="Slide Image Placeholder 1"/>
          <p:cNvSpPr>
            <a:spLocks noGrp="1" noRot="1" noChangeAspect="1"/>
          </p:cNvSpPr>
          <p:nvPr>
            <p:ph type="sldImg"/>
          </p:nvPr>
        </p:nvSpPr>
        <p:spPr bwMode="auto"/>
      </p:sp>
      <p:sp>
        <p:nvSpPr>
          <p:cNvPr id="2136474527" name="Notes Placeholder 2"/>
          <p:cNvSpPr>
            <a:spLocks noGrp="1"/>
          </p:cNvSpPr>
          <p:nvPr>
            <p:ph type="body" idx="1"/>
          </p:nvPr>
        </p:nvSpPr>
        <p:spPr bwMode="auto"/>
        <p:txBody>
          <a:bodyPr/>
          <a:lstStyle/>
          <a:p>
            <a:pPr>
              <a:defRPr/>
            </a:pPr>
            <a:endParaRPr/>
          </a:p>
        </p:txBody>
      </p:sp>
      <p:sp>
        <p:nvSpPr>
          <p:cNvPr id="532090276" name="Slide Number Placeholder 3"/>
          <p:cNvSpPr>
            <a:spLocks noGrp="1"/>
          </p:cNvSpPr>
          <p:nvPr>
            <p:ph type="sldNum" sz="quarter" idx="10"/>
          </p:nvPr>
        </p:nvSpPr>
        <p:spPr bwMode="auto"/>
        <p:txBody>
          <a:bodyPr/>
          <a:lstStyle/>
          <a:p>
            <a:pPr>
              <a:defRPr/>
            </a:pPr>
            <a:fld id="{F8278753-E986-EF3A-5147-A1E61DFDE860}" type="slidenum">
              <a:rPr/>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1425164473" name="Slide Image Placeholder 1"/>
          <p:cNvSpPr>
            <a:spLocks noGrp="1" noRot="1" noChangeAspect="1"/>
          </p:cNvSpPr>
          <p:nvPr>
            <p:ph type="sldImg"/>
          </p:nvPr>
        </p:nvSpPr>
        <p:spPr bwMode="auto"/>
      </p:sp>
      <p:sp>
        <p:nvSpPr>
          <p:cNvPr id="1844996173" name="Notes Placeholder 2"/>
          <p:cNvSpPr>
            <a:spLocks noGrp="1"/>
          </p:cNvSpPr>
          <p:nvPr>
            <p:ph type="body" idx="1"/>
          </p:nvPr>
        </p:nvSpPr>
        <p:spPr bwMode="auto"/>
        <p:txBody>
          <a:bodyPr/>
          <a:lstStyle/>
          <a:p>
            <a:pPr>
              <a:defRPr/>
            </a:pPr>
            <a:endParaRPr/>
          </a:p>
        </p:txBody>
      </p:sp>
      <p:sp>
        <p:nvSpPr>
          <p:cNvPr id="751449038" name="Slide Number Placeholder 3"/>
          <p:cNvSpPr>
            <a:spLocks noGrp="1"/>
          </p:cNvSpPr>
          <p:nvPr>
            <p:ph type="sldNum" sz="quarter" idx="10"/>
          </p:nvPr>
        </p:nvSpPr>
        <p:spPr bwMode="auto"/>
        <p:txBody>
          <a:bodyPr/>
          <a:lstStyle/>
          <a:p>
            <a:pPr>
              <a:defRPr/>
            </a:pPr>
            <a:fld id="{27354570-B9C7-D3CC-0627-96F1E279EC67}" type="slidenum">
              <a:rPr/>
              <a:t>3</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1077074429" name="Slide Image Placeholder 1"/>
          <p:cNvSpPr>
            <a:spLocks noGrp="1" noRot="1" noChangeAspect="1"/>
          </p:cNvSpPr>
          <p:nvPr>
            <p:ph type="sldImg"/>
          </p:nvPr>
        </p:nvSpPr>
        <p:spPr bwMode="auto"/>
      </p:sp>
      <p:sp>
        <p:nvSpPr>
          <p:cNvPr id="146906740" name="Notes Placeholder 2"/>
          <p:cNvSpPr>
            <a:spLocks noGrp="1"/>
          </p:cNvSpPr>
          <p:nvPr>
            <p:ph type="body" idx="1"/>
          </p:nvPr>
        </p:nvSpPr>
        <p:spPr bwMode="auto"/>
        <p:txBody>
          <a:bodyPr/>
          <a:lstStyle/>
          <a:p>
            <a:pPr>
              <a:defRPr/>
            </a:pPr>
            <a:endParaRPr/>
          </a:p>
        </p:txBody>
      </p:sp>
      <p:sp>
        <p:nvSpPr>
          <p:cNvPr id="461601863" name="Slide Number Placeholder 3"/>
          <p:cNvSpPr>
            <a:spLocks noGrp="1"/>
          </p:cNvSpPr>
          <p:nvPr>
            <p:ph type="sldNum" sz="quarter" idx="10"/>
          </p:nvPr>
        </p:nvSpPr>
        <p:spPr bwMode="auto"/>
        <p:txBody>
          <a:bodyPr/>
          <a:lstStyle/>
          <a:p>
            <a:pPr>
              <a:defRPr/>
            </a:pPr>
            <a:fld id="{58ACF463-F719-1DDE-2239-EF211281D24C}" type="slidenum">
              <a:rPr/>
              <a:t>4</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771444835" name="Slide Image Placeholder 1"/>
          <p:cNvSpPr>
            <a:spLocks noGrp="1" noRot="1" noChangeAspect="1"/>
          </p:cNvSpPr>
          <p:nvPr>
            <p:ph type="sldImg"/>
          </p:nvPr>
        </p:nvSpPr>
        <p:spPr bwMode="auto"/>
      </p:sp>
      <p:sp>
        <p:nvSpPr>
          <p:cNvPr id="866112209" name="Notes Placeholder 2"/>
          <p:cNvSpPr>
            <a:spLocks noGrp="1"/>
          </p:cNvSpPr>
          <p:nvPr>
            <p:ph type="body" idx="1"/>
          </p:nvPr>
        </p:nvSpPr>
        <p:spPr bwMode="auto"/>
        <p:txBody>
          <a:bodyPr/>
          <a:lstStyle/>
          <a:p>
            <a:pPr>
              <a:defRPr/>
            </a:pPr>
            <a:endParaRPr/>
          </a:p>
        </p:txBody>
      </p:sp>
      <p:sp>
        <p:nvSpPr>
          <p:cNvPr id="1016448864" name="Slide Number Placeholder 3"/>
          <p:cNvSpPr>
            <a:spLocks noGrp="1"/>
          </p:cNvSpPr>
          <p:nvPr>
            <p:ph type="sldNum" sz="quarter" idx="10"/>
          </p:nvPr>
        </p:nvSpPr>
        <p:spPr bwMode="auto"/>
        <p:txBody>
          <a:bodyPr/>
          <a:lstStyle/>
          <a:p>
            <a:pPr>
              <a:defRPr/>
            </a:pPr>
            <a:fld id="{4B9C3455-44DC-14EA-7350-E242BAE7C05D}" type="slidenum">
              <a:rPr/>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1396303952" name="Slide Image Placeholder 1"/>
          <p:cNvSpPr>
            <a:spLocks noGrp="1" noRot="1" noChangeAspect="1"/>
          </p:cNvSpPr>
          <p:nvPr>
            <p:ph type="sldImg"/>
          </p:nvPr>
        </p:nvSpPr>
        <p:spPr bwMode="auto"/>
      </p:sp>
      <p:sp>
        <p:nvSpPr>
          <p:cNvPr id="2010854702" name="Notes Placeholder 2"/>
          <p:cNvSpPr>
            <a:spLocks noGrp="1"/>
          </p:cNvSpPr>
          <p:nvPr>
            <p:ph type="body" idx="1"/>
          </p:nvPr>
        </p:nvSpPr>
        <p:spPr bwMode="auto"/>
        <p:txBody>
          <a:bodyPr/>
          <a:lstStyle/>
          <a:p>
            <a:pPr>
              <a:defRPr/>
            </a:pPr>
            <a:endParaRPr/>
          </a:p>
        </p:txBody>
      </p:sp>
      <p:sp>
        <p:nvSpPr>
          <p:cNvPr id="576551446" name="Slide Number Placeholder 3"/>
          <p:cNvSpPr>
            <a:spLocks noGrp="1"/>
          </p:cNvSpPr>
          <p:nvPr>
            <p:ph type="sldNum" sz="quarter" idx="10"/>
          </p:nvPr>
        </p:nvSpPr>
        <p:spPr bwMode="auto"/>
        <p:txBody>
          <a:bodyPr/>
          <a:lstStyle/>
          <a:p>
            <a:pPr>
              <a:defRPr/>
            </a:pPr>
            <a:fld id="{4C0572BF-4111-C373-E56D-ADD5F9A2DBDC}" type="slidenum">
              <a:rPr/>
              <a:t>6</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89702138" name="Slide Image Placeholder 1"/>
          <p:cNvSpPr>
            <a:spLocks noGrp="1" noRot="1" noChangeAspect="1"/>
          </p:cNvSpPr>
          <p:nvPr>
            <p:ph type="sldImg"/>
          </p:nvPr>
        </p:nvSpPr>
        <p:spPr bwMode="auto"/>
      </p:sp>
      <p:sp>
        <p:nvSpPr>
          <p:cNvPr id="1710271703" name="Notes Placeholder 2"/>
          <p:cNvSpPr>
            <a:spLocks noGrp="1"/>
          </p:cNvSpPr>
          <p:nvPr>
            <p:ph type="body" idx="1"/>
          </p:nvPr>
        </p:nvSpPr>
        <p:spPr bwMode="auto"/>
        <p:txBody>
          <a:bodyPr/>
          <a:lstStyle/>
          <a:p>
            <a:pPr>
              <a:defRPr/>
            </a:pPr>
            <a:endParaRPr/>
          </a:p>
        </p:txBody>
      </p:sp>
      <p:sp>
        <p:nvSpPr>
          <p:cNvPr id="1480276530" name="Slide Number Placeholder 3"/>
          <p:cNvSpPr>
            <a:spLocks noGrp="1"/>
          </p:cNvSpPr>
          <p:nvPr>
            <p:ph type="sldNum" sz="quarter" idx="10"/>
          </p:nvPr>
        </p:nvSpPr>
        <p:spPr bwMode="auto"/>
        <p:txBody>
          <a:bodyPr/>
          <a:lstStyle/>
          <a:p>
            <a:pPr>
              <a:defRPr/>
            </a:pPr>
            <a:fld id="{628ADAF1-0EDC-56F5-81C9-B7F7E6621626}" type="slidenum">
              <a:rPr/>
              <a:t>7</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985334857" name="Slide Image Placeholder 1"/>
          <p:cNvSpPr>
            <a:spLocks noGrp="1" noRot="1" noChangeAspect="1"/>
          </p:cNvSpPr>
          <p:nvPr>
            <p:ph type="sldImg"/>
          </p:nvPr>
        </p:nvSpPr>
        <p:spPr bwMode="auto"/>
      </p:sp>
      <p:sp>
        <p:nvSpPr>
          <p:cNvPr id="1328871556" name="Notes Placeholder 2"/>
          <p:cNvSpPr>
            <a:spLocks noGrp="1"/>
          </p:cNvSpPr>
          <p:nvPr>
            <p:ph type="body" idx="1"/>
          </p:nvPr>
        </p:nvSpPr>
        <p:spPr bwMode="auto"/>
        <p:txBody>
          <a:bodyPr/>
          <a:lstStyle/>
          <a:p>
            <a:pPr>
              <a:defRPr/>
            </a:pPr>
            <a:endParaRPr/>
          </a:p>
        </p:txBody>
      </p:sp>
      <p:sp>
        <p:nvSpPr>
          <p:cNvPr id="1664992806" name="Slide Number Placeholder 3"/>
          <p:cNvSpPr>
            <a:spLocks noGrp="1"/>
          </p:cNvSpPr>
          <p:nvPr>
            <p:ph type="sldNum" sz="quarter" idx="10"/>
          </p:nvPr>
        </p:nvSpPr>
        <p:spPr bwMode="auto"/>
        <p:txBody>
          <a:bodyPr/>
          <a:lstStyle/>
          <a:p>
            <a:pPr>
              <a:defRPr/>
            </a:pPr>
            <a:fld id="{3DBBD513-914D-7D35-7016-84FCB35D661D}" type="slidenum">
              <a:rPr/>
              <a:t>8</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355639254" name="Slide Image Placeholder 1"/>
          <p:cNvSpPr>
            <a:spLocks noGrp="1" noRot="1" noChangeAspect="1"/>
          </p:cNvSpPr>
          <p:nvPr>
            <p:ph type="sldImg"/>
          </p:nvPr>
        </p:nvSpPr>
        <p:spPr bwMode="auto"/>
      </p:sp>
      <p:sp>
        <p:nvSpPr>
          <p:cNvPr id="315871754" name="Notes Placeholder 2"/>
          <p:cNvSpPr>
            <a:spLocks noGrp="1"/>
          </p:cNvSpPr>
          <p:nvPr>
            <p:ph type="body" idx="1"/>
          </p:nvPr>
        </p:nvSpPr>
        <p:spPr bwMode="auto"/>
        <p:txBody>
          <a:bodyPr/>
          <a:lstStyle/>
          <a:p>
            <a:pPr>
              <a:defRPr/>
            </a:pPr>
            <a:endParaRPr/>
          </a:p>
        </p:txBody>
      </p:sp>
      <p:sp>
        <p:nvSpPr>
          <p:cNvPr id="1043953227" name="Slide Number Placeholder 3"/>
          <p:cNvSpPr>
            <a:spLocks noGrp="1"/>
          </p:cNvSpPr>
          <p:nvPr>
            <p:ph type="sldNum" sz="quarter" idx="10"/>
          </p:nvPr>
        </p:nvSpPr>
        <p:spPr bwMode="auto"/>
        <p:txBody>
          <a:bodyPr/>
          <a:lstStyle/>
          <a:p>
            <a:pPr>
              <a:defRPr/>
            </a:pPr>
            <a:fld id="{60EBE623-A73A-08B4-489B-08165C6163A8}" type="slidenum">
              <a:rPr/>
              <a:t>9</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PhAnim="0" type="title" preserve="1" userDrawn="1">
  <p:cSld name="Title Slide">
    <p:spTree>
      <p:nvGrpSpPr>
        <p:cNvPr id="1" name=""/>
        <p:cNvGrpSpPr/>
        <p:nvPr/>
      </p:nvGrpSpPr>
      <p:grpSpPr bwMode="auto">
        <a:xfrm>
          <a:off x="0" y="0"/>
          <a:ext cx="0" cy="0"/>
          <a:chOff x="0" y="0"/>
          <a:chExt cx="0" cy="0"/>
        </a:xfrm>
      </p:grpSpPr>
      <p:sp>
        <p:nvSpPr>
          <p:cNvPr id="1616569760" name="Title 1"/>
          <p:cNvSpPr>
            <a:spLocks noGrp="1"/>
          </p:cNvSpPr>
          <p:nvPr>
            <p:ph type="ctrTitle"/>
          </p:nvPr>
        </p:nvSpPr>
        <p:spPr bwMode="auto">
          <a:xfrm>
            <a:off x="685800" y="2130425"/>
            <a:ext cx="7772400" cy="1470025"/>
          </a:xfrm>
        </p:spPr>
        <p:txBody>
          <a:bodyPr/>
          <a:lstStyle/>
          <a:p>
            <a:pPr>
              <a:defRPr/>
            </a:pPr>
            <a:r>
              <a:rPr lang="en-US"/>
              <a:t>Click to edit Master title style</a:t>
            </a:r>
            <a:endParaRPr/>
          </a:p>
        </p:txBody>
      </p:sp>
      <p:sp>
        <p:nvSpPr>
          <p:cNvPr id="651735407" name="Subtitle 2"/>
          <p:cNvSpPr>
            <a:spLocks noGrp="1"/>
          </p:cNvSpPr>
          <p:nvPr>
            <p:ph type="subTitle" idx="1"/>
          </p:nvPr>
        </p:nvSpPr>
        <p:spPr bwMode="auto">
          <a:xfrm>
            <a:off x="1371600" y="3886200"/>
            <a:ext cx="6400800" cy="1752599"/>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pPr>
              <a:defRPr/>
            </a:pPr>
            <a:r>
              <a:rPr lang="en-US"/>
              <a:t>Click to edit Master subtitle style</a:t>
            </a:r>
            <a:endParaRPr/>
          </a:p>
        </p:txBody>
      </p:sp>
      <p:sp>
        <p:nvSpPr>
          <p:cNvPr id="54400332" name="Date Placeholder 3"/>
          <p:cNvSpPr>
            <a:spLocks noGrp="1"/>
          </p:cNvSpPr>
          <p:nvPr>
            <p:ph type="dt" sz="half" idx="10"/>
          </p:nvPr>
        </p:nvSpPr>
        <p:spPr bwMode="auto"/>
        <p:txBody>
          <a:bodyPr/>
          <a:lstStyle/>
          <a:p>
            <a:pPr>
              <a:defRPr/>
            </a:pPr>
            <a:fld id="{5BCAD085-E8A6-8845-BD4E-CB4CCA059FC4}" type="datetimeFigureOut">
              <a:rPr lang="en-US"/>
              <a:t>8/26/2026</a:t>
            </a:fld>
            <a:endParaRPr lang="en-US"/>
          </a:p>
        </p:txBody>
      </p:sp>
      <p:sp>
        <p:nvSpPr>
          <p:cNvPr id="1372137507" name="Footer Placeholder 4"/>
          <p:cNvSpPr>
            <a:spLocks noGrp="1"/>
          </p:cNvSpPr>
          <p:nvPr>
            <p:ph type="ftr" sz="quarter" idx="11"/>
          </p:nvPr>
        </p:nvSpPr>
        <p:spPr bwMode="auto"/>
        <p:txBody>
          <a:bodyPr/>
          <a:lstStyle/>
          <a:p>
            <a:pPr>
              <a:defRPr/>
            </a:pPr>
            <a:endParaRPr lang="en-US"/>
          </a:p>
        </p:txBody>
      </p:sp>
      <p:sp>
        <p:nvSpPr>
          <p:cNvPr id="1745944409" name="Slide Number Placeholder 5"/>
          <p:cNvSpPr>
            <a:spLocks noGrp="1"/>
          </p:cNvSpPr>
          <p:nvPr>
            <p:ph type="sldNum" sz="quarter" idx="12"/>
          </p:nvPr>
        </p:nvSpPr>
        <p:spPr bwMode="auto"/>
        <p:txBody>
          <a:bodyPr/>
          <a:lstStyle/>
          <a:p>
            <a:pPr>
              <a:defRPr/>
            </a:pPr>
            <a:fld id="{C1FF6DA9-008F-8B48-92A6-B652298478BF}" type="slidenum">
              <a:rPr lang="en-US"/>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PhAnim="0" type="obj" preserve="1" userDrawn="1">
  <p:cSld name="Title and Content">
    <p:spTree>
      <p:nvGrpSpPr>
        <p:cNvPr id="1" name=""/>
        <p:cNvGrpSpPr/>
        <p:nvPr/>
      </p:nvGrpSpPr>
      <p:grpSpPr bwMode="auto">
        <a:xfrm>
          <a:off x="0" y="0"/>
          <a:ext cx="0" cy="0"/>
          <a:chOff x="0" y="0"/>
          <a:chExt cx="0" cy="0"/>
        </a:xfrm>
      </p:grpSpPr>
      <p:sp>
        <p:nvSpPr>
          <p:cNvPr id="1101013708" name="Title 1"/>
          <p:cNvSpPr>
            <a:spLocks noGrp="1"/>
          </p:cNvSpPr>
          <p:nvPr>
            <p:ph type="title"/>
          </p:nvPr>
        </p:nvSpPr>
        <p:spPr bwMode="auto"/>
        <p:txBody>
          <a:bodyPr/>
          <a:lstStyle/>
          <a:p>
            <a:pPr>
              <a:defRPr/>
            </a:pPr>
            <a:r>
              <a:rPr lang="en-US"/>
              <a:t>Click to edit Master title style</a:t>
            </a:r>
            <a:endParaRPr/>
          </a:p>
        </p:txBody>
      </p:sp>
      <p:sp>
        <p:nvSpPr>
          <p:cNvPr id="462172678" name="Content Placeholder 2"/>
          <p:cNvSpPr>
            <a:spLocks noGrp="1"/>
          </p:cNvSpPr>
          <p:nvPr>
            <p:ph idx="1"/>
          </p:nvPr>
        </p:nvSpPr>
        <p:spPr bwMode="auto"/>
        <p:txBody>
          <a:body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a:p>
        </p:txBody>
      </p:sp>
      <p:sp>
        <p:nvSpPr>
          <p:cNvPr id="1200032451" name="Date Placeholder 3"/>
          <p:cNvSpPr>
            <a:spLocks noGrp="1"/>
          </p:cNvSpPr>
          <p:nvPr>
            <p:ph type="dt" sz="half" idx="10"/>
          </p:nvPr>
        </p:nvSpPr>
        <p:spPr bwMode="auto"/>
        <p:txBody>
          <a:bodyPr/>
          <a:lstStyle/>
          <a:p>
            <a:pPr>
              <a:defRPr/>
            </a:pPr>
            <a:fld id="{5BCAD085-E8A6-8845-BD4E-CB4CCA059FC4}" type="datetimeFigureOut">
              <a:rPr lang="en-US"/>
              <a:t>8/26/2026</a:t>
            </a:fld>
            <a:endParaRPr lang="en-US"/>
          </a:p>
        </p:txBody>
      </p:sp>
      <p:sp>
        <p:nvSpPr>
          <p:cNvPr id="179881584" name="Footer Placeholder 4"/>
          <p:cNvSpPr>
            <a:spLocks noGrp="1"/>
          </p:cNvSpPr>
          <p:nvPr>
            <p:ph type="ftr" sz="quarter" idx="11"/>
          </p:nvPr>
        </p:nvSpPr>
        <p:spPr bwMode="auto"/>
        <p:txBody>
          <a:bodyPr/>
          <a:lstStyle/>
          <a:p>
            <a:pPr>
              <a:defRPr/>
            </a:pPr>
            <a:endParaRPr lang="en-US"/>
          </a:p>
        </p:txBody>
      </p:sp>
      <p:sp>
        <p:nvSpPr>
          <p:cNvPr id="294292769" name="Slide Number Placeholder 5"/>
          <p:cNvSpPr>
            <a:spLocks noGrp="1"/>
          </p:cNvSpPr>
          <p:nvPr>
            <p:ph type="sldNum" sz="quarter" idx="12"/>
          </p:nvPr>
        </p:nvSpPr>
        <p:spPr bwMode="auto"/>
        <p:txBody>
          <a:bodyPr/>
          <a:lstStyle/>
          <a:p>
            <a:pPr>
              <a:defRPr/>
            </a:pPr>
            <a:fld id="{C1FF6DA9-008F-8B48-92A6-B652298478BF}" type="slidenum">
              <a:rPr lang="en-US"/>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PhAnim="0" type="secHead" preserve="1" userDrawn="1">
  <p:cSld name="Section Header">
    <p:spTree>
      <p:nvGrpSpPr>
        <p:cNvPr id="1" name=""/>
        <p:cNvGrpSpPr/>
        <p:nvPr/>
      </p:nvGrpSpPr>
      <p:grpSpPr bwMode="auto">
        <a:xfrm>
          <a:off x="0" y="0"/>
          <a:ext cx="0" cy="0"/>
          <a:chOff x="0" y="0"/>
          <a:chExt cx="0" cy="0"/>
        </a:xfrm>
      </p:grpSpPr>
      <p:sp>
        <p:nvSpPr>
          <p:cNvPr id="522557517" name="Title 1"/>
          <p:cNvSpPr>
            <a:spLocks noGrp="1"/>
          </p:cNvSpPr>
          <p:nvPr>
            <p:ph type="title"/>
          </p:nvPr>
        </p:nvSpPr>
        <p:spPr bwMode="auto">
          <a:xfrm>
            <a:off x="722313" y="4406900"/>
            <a:ext cx="7772400" cy="1362075"/>
          </a:xfrm>
        </p:spPr>
        <p:txBody>
          <a:bodyPr anchor="t"/>
          <a:lstStyle>
            <a:lvl1pPr algn="l">
              <a:defRPr sz="4000" b="1" cap="all"/>
            </a:lvl1pPr>
          </a:lstStyle>
          <a:p>
            <a:pPr>
              <a:defRPr/>
            </a:pPr>
            <a:r>
              <a:rPr lang="en-US"/>
              <a:t>Click to edit Master title style</a:t>
            </a:r>
            <a:endParaRPr/>
          </a:p>
        </p:txBody>
      </p:sp>
      <p:sp>
        <p:nvSpPr>
          <p:cNvPr id="296970436" name="Text Placeholder 2"/>
          <p:cNvSpPr>
            <a:spLocks noGrp="1"/>
          </p:cNvSpPr>
          <p:nvPr>
            <p:ph type="body" idx="1"/>
          </p:nvPr>
        </p:nvSpPr>
        <p:spPr bwMode="auto">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defRPr/>
            </a:pPr>
            <a:r>
              <a:rPr lang="en-US"/>
              <a:t>Click to edit Master text styles</a:t>
            </a:r>
            <a:endParaRPr/>
          </a:p>
        </p:txBody>
      </p:sp>
      <p:sp>
        <p:nvSpPr>
          <p:cNvPr id="457469656" name="Date Placeholder 3"/>
          <p:cNvSpPr>
            <a:spLocks noGrp="1"/>
          </p:cNvSpPr>
          <p:nvPr>
            <p:ph type="dt" sz="half" idx="10"/>
          </p:nvPr>
        </p:nvSpPr>
        <p:spPr bwMode="auto"/>
        <p:txBody>
          <a:bodyPr/>
          <a:lstStyle/>
          <a:p>
            <a:pPr>
              <a:defRPr/>
            </a:pPr>
            <a:fld id="{5BCAD085-E8A6-8845-BD4E-CB4CCA059FC4}" type="datetimeFigureOut">
              <a:rPr lang="en-US"/>
              <a:t>8/26/2026</a:t>
            </a:fld>
            <a:endParaRPr lang="en-US"/>
          </a:p>
        </p:txBody>
      </p:sp>
      <p:sp>
        <p:nvSpPr>
          <p:cNvPr id="1072733579" name="Footer Placeholder 4"/>
          <p:cNvSpPr>
            <a:spLocks noGrp="1"/>
          </p:cNvSpPr>
          <p:nvPr>
            <p:ph type="ftr" sz="quarter" idx="11"/>
          </p:nvPr>
        </p:nvSpPr>
        <p:spPr bwMode="auto"/>
        <p:txBody>
          <a:bodyPr/>
          <a:lstStyle/>
          <a:p>
            <a:pPr>
              <a:defRPr/>
            </a:pPr>
            <a:endParaRPr lang="en-US"/>
          </a:p>
        </p:txBody>
      </p:sp>
      <p:sp>
        <p:nvSpPr>
          <p:cNvPr id="472894694" name="Slide Number Placeholder 5"/>
          <p:cNvSpPr>
            <a:spLocks noGrp="1"/>
          </p:cNvSpPr>
          <p:nvPr>
            <p:ph type="sldNum" sz="quarter" idx="12"/>
          </p:nvPr>
        </p:nvSpPr>
        <p:spPr bwMode="auto"/>
        <p:txBody>
          <a:bodyPr/>
          <a:lstStyle/>
          <a:p>
            <a:pPr>
              <a:defRPr/>
            </a:pPr>
            <a:fld id="{C1FF6DA9-008F-8B48-92A6-B652298478BF}" type="slidenum">
              <a:rPr lang="en-US"/>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PhAnim="0" type="twoObj" preserve="1" userDrawn="1">
  <p:cSld name="Two Content">
    <p:spTree>
      <p:nvGrpSpPr>
        <p:cNvPr id="1" name=""/>
        <p:cNvGrpSpPr/>
        <p:nvPr/>
      </p:nvGrpSpPr>
      <p:grpSpPr bwMode="auto">
        <a:xfrm>
          <a:off x="0" y="0"/>
          <a:ext cx="0" cy="0"/>
          <a:chOff x="0" y="0"/>
          <a:chExt cx="0" cy="0"/>
        </a:xfrm>
      </p:grpSpPr>
      <p:sp>
        <p:nvSpPr>
          <p:cNvPr id="1931466044" name="Title 1"/>
          <p:cNvSpPr>
            <a:spLocks noGrp="1"/>
          </p:cNvSpPr>
          <p:nvPr>
            <p:ph type="title"/>
          </p:nvPr>
        </p:nvSpPr>
        <p:spPr bwMode="auto"/>
        <p:txBody>
          <a:bodyPr/>
          <a:lstStyle/>
          <a:p>
            <a:pPr>
              <a:defRPr/>
            </a:pPr>
            <a:r>
              <a:rPr lang="en-US"/>
              <a:t>Click to edit Master title style</a:t>
            </a:r>
            <a:endParaRPr/>
          </a:p>
        </p:txBody>
      </p:sp>
      <p:sp>
        <p:nvSpPr>
          <p:cNvPr id="836408780" name="Content Placeholder 2"/>
          <p:cNvSpPr>
            <a:spLocks noGrp="1"/>
          </p:cNvSpPr>
          <p:nvPr>
            <p:ph sz="half" idx="1"/>
          </p:nvPr>
        </p:nvSpPr>
        <p:spPr bwMode="auto">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a:p>
        </p:txBody>
      </p:sp>
      <p:sp>
        <p:nvSpPr>
          <p:cNvPr id="647749048" name="Content Placeholder 3"/>
          <p:cNvSpPr>
            <a:spLocks noGrp="1"/>
          </p:cNvSpPr>
          <p:nvPr>
            <p:ph sz="half" idx="2"/>
          </p:nvPr>
        </p:nvSpPr>
        <p:spPr bwMode="auto">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a:p>
        </p:txBody>
      </p:sp>
      <p:sp>
        <p:nvSpPr>
          <p:cNvPr id="892183766" name="Date Placeholder 4"/>
          <p:cNvSpPr>
            <a:spLocks noGrp="1"/>
          </p:cNvSpPr>
          <p:nvPr>
            <p:ph type="dt" sz="half" idx="10"/>
          </p:nvPr>
        </p:nvSpPr>
        <p:spPr bwMode="auto"/>
        <p:txBody>
          <a:bodyPr/>
          <a:lstStyle/>
          <a:p>
            <a:pPr>
              <a:defRPr/>
            </a:pPr>
            <a:fld id="{5BCAD085-E8A6-8845-BD4E-CB4CCA059FC4}" type="datetimeFigureOut">
              <a:rPr lang="en-US"/>
              <a:t>8/26/2026</a:t>
            </a:fld>
            <a:endParaRPr lang="en-US"/>
          </a:p>
        </p:txBody>
      </p:sp>
      <p:sp>
        <p:nvSpPr>
          <p:cNvPr id="544536793" name="Footer Placeholder 5"/>
          <p:cNvSpPr>
            <a:spLocks noGrp="1"/>
          </p:cNvSpPr>
          <p:nvPr>
            <p:ph type="ftr" sz="quarter" idx="11"/>
          </p:nvPr>
        </p:nvSpPr>
        <p:spPr bwMode="auto"/>
        <p:txBody>
          <a:bodyPr/>
          <a:lstStyle/>
          <a:p>
            <a:pPr>
              <a:defRPr/>
            </a:pPr>
            <a:endParaRPr lang="en-US"/>
          </a:p>
        </p:txBody>
      </p:sp>
      <p:sp>
        <p:nvSpPr>
          <p:cNvPr id="603920642" name="Slide Number Placeholder 6"/>
          <p:cNvSpPr>
            <a:spLocks noGrp="1"/>
          </p:cNvSpPr>
          <p:nvPr>
            <p:ph type="sldNum" sz="quarter" idx="12"/>
          </p:nvPr>
        </p:nvSpPr>
        <p:spPr bwMode="auto"/>
        <p:txBody>
          <a:bodyPr/>
          <a:lstStyle/>
          <a:p>
            <a:pPr>
              <a:defRPr/>
            </a:pPr>
            <a:fld id="{C1FF6DA9-008F-8B48-92A6-B652298478BF}" type="slidenum">
              <a:rPr lang="en-US"/>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PhAnim="0" type="twoTxTwoObj" preserve="1" userDrawn="1">
  <p:cSld name="Comparison">
    <p:spTree>
      <p:nvGrpSpPr>
        <p:cNvPr id="1" name=""/>
        <p:cNvGrpSpPr/>
        <p:nvPr/>
      </p:nvGrpSpPr>
      <p:grpSpPr bwMode="auto">
        <a:xfrm>
          <a:off x="0" y="0"/>
          <a:ext cx="0" cy="0"/>
          <a:chOff x="0" y="0"/>
          <a:chExt cx="0" cy="0"/>
        </a:xfrm>
      </p:grpSpPr>
      <p:sp>
        <p:nvSpPr>
          <p:cNvPr id="1385773846" name="Title 1"/>
          <p:cNvSpPr>
            <a:spLocks noGrp="1"/>
          </p:cNvSpPr>
          <p:nvPr>
            <p:ph type="title"/>
          </p:nvPr>
        </p:nvSpPr>
        <p:spPr bwMode="auto"/>
        <p:txBody>
          <a:bodyPr/>
          <a:lstStyle>
            <a:lvl1pPr>
              <a:defRPr/>
            </a:lvl1pPr>
          </a:lstStyle>
          <a:p>
            <a:pPr>
              <a:defRPr/>
            </a:pPr>
            <a:r>
              <a:rPr lang="en-US"/>
              <a:t>Click to edit Master title style</a:t>
            </a:r>
            <a:endParaRPr/>
          </a:p>
        </p:txBody>
      </p:sp>
      <p:sp>
        <p:nvSpPr>
          <p:cNvPr id="95156604" name="Text Placeholder 2"/>
          <p:cNvSpPr>
            <a:spLocks noGrp="1"/>
          </p:cNvSpPr>
          <p:nvPr>
            <p:ph type="body" idx="1"/>
          </p:nvPr>
        </p:nvSpPr>
        <p:spPr bwMode="auto">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defRPr/>
            </a:pPr>
            <a:r>
              <a:rPr lang="en-US"/>
              <a:t>Click to edit Master text styles</a:t>
            </a:r>
            <a:endParaRPr/>
          </a:p>
        </p:txBody>
      </p:sp>
      <p:sp>
        <p:nvSpPr>
          <p:cNvPr id="196648158" name="Content Placeholder 3"/>
          <p:cNvSpPr>
            <a:spLocks noGrp="1"/>
          </p:cNvSpPr>
          <p:nvPr>
            <p:ph sz="half" idx="2"/>
          </p:nvPr>
        </p:nvSpPr>
        <p:spPr bwMode="auto">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a:p>
        </p:txBody>
      </p:sp>
      <p:sp>
        <p:nvSpPr>
          <p:cNvPr id="268556279" name="Text Placeholder 4"/>
          <p:cNvSpPr>
            <a:spLocks noGrp="1"/>
          </p:cNvSpPr>
          <p:nvPr>
            <p:ph type="body" sz="quarter" idx="3"/>
          </p:nvPr>
        </p:nvSpPr>
        <p:spPr bwMode="auto">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defRPr/>
            </a:pPr>
            <a:r>
              <a:rPr lang="en-US"/>
              <a:t>Click to edit Master text styles</a:t>
            </a:r>
            <a:endParaRPr/>
          </a:p>
        </p:txBody>
      </p:sp>
      <p:sp>
        <p:nvSpPr>
          <p:cNvPr id="1715234365" name="Content Placeholder 5"/>
          <p:cNvSpPr>
            <a:spLocks noGrp="1"/>
          </p:cNvSpPr>
          <p:nvPr>
            <p:ph sz="quarter" idx="4"/>
          </p:nvPr>
        </p:nvSpPr>
        <p:spPr bwMode="auto">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a:p>
        </p:txBody>
      </p:sp>
      <p:sp>
        <p:nvSpPr>
          <p:cNvPr id="1144146908" name="Date Placeholder 6"/>
          <p:cNvSpPr>
            <a:spLocks noGrp="1"/>
          </p:cNvSpPr>
          <p:nvPr>
            <p:ph type="dt" sz="half" idx="10"/>
          </p:nvPr>
        </p:nvSpPr>
        <p:spPr bwMode="auto"/>
        <p:txBody>
          <a:bodyPr/>
          <a:lstStyle/>
          <a:p>
            <a:pPr>
              <a:defRPr/>
            </a:pPr>
            <a:fld id="{5BCAD085-E8A6-8845-BD4E-CB4CCA059FC4}" type="datetimeFigureOut">
              <a:rPr lang="en-US"/>
              <a:t>8/26/2026</a:t>
            </a:fld>
            <a:endParaRPr lang="en-US"/>
          </a:p>
        </p:txBody>
      </p:sp>
      <p:sp>
        <p:nvSpPr>
          <p:cNvPr id="1151399329" name="Footer Placeholder 7"/>
          <p:cNvSpPr>
            <a:spLocks noGrp="1"/>
          </p:cNvSpPr>
          <p:nvPr>
            <p:ph type="ftr" sz="quarter" idx="11"/>
          </p:nvPr>
        </p:nvSpPr>
        <p:spPr bwMode="auto"/>
        <p:txBody>
          <a:bodyPr/>
          <a:lstStyle/>
          <a:p>
            <a:pPr>
              <a:defRPr/>
            </a:pPr>
            <a:endParaRPr lang="en-US"/>
          </a:p>
        </p:txBody>
      </p:sp>
      <p:sp>
        <p:nvSpPr>
          <p:cNvPr id="416691166" name="Slide Number Placeholder 8"/>
          <p:cNvSpPr>
            <a:spLocks noGrp="1"/>
          </p:cNvSpPr>
          <p:nvPr>
            <p:ph type="sldNum" sz="quarter" idx="12"/>
          </p:nvPr>
        </p:nvSpPr>
        <p:spPr bwMode="auto"/>
        <p:txBody>
          <a:bodyPr/>
          <a:lstStyle/>
          <a:p>
            <a:pPr>
              <a:defRPr/>
            </a:pPr>
            <a:fld id="{C1FF6DA9-008F-8B48-92A6-B652298478BF}" type="slidenum">
              <a:rPr lang="en-US"/>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PhAnim="0" type="titleOnly" preserve="1" userDrawn="1">
  <p:cSld name="Title Only">
    <p:spTree>
      <p:nvGrpSpPr>
        <p:cNvPr id="1" name=""/>
        <p:cNvGrpSpPr/>
        <p:nvPr/>
      </p:nvGrpSpPr>
      <p:grpSpPr bwMode="auto">
        <a:xfrm>
          <a:off x="0" y="0"/>
          <a:ext cx="0" cy="0"/>
          <a:chOff x="0" y="0"/>
          <a:chExt cx="0" cy="0"/>
        </a:xfrm>
      </p:grpSpPr>
      <p:sp>
        <p:nvSpPr>
          <p:cNvPr id="440844634" name="Title 1"/>
          <p:cNvSpPr>
            <a:spLocks noGrp="1"/>
          </p:cNvSpPr>
          <p:nvPr>
            <p:ph type="title"/>
          </p:nvPr>
        </p:nvSpPr>
        <p:spPr bwMode="auto"/>
        <p:txBody>
          <a:bodyPr/>
          <a:lstStyle/>
          <a:p>
            <a:pPr>
              <a:defRPr/>
            </a:pPr>
            <a:r>
              <a:rPr lang="en-US"/>
              <a:t>Click to edit Master title style</a:t>
            </a:r>
            <a:endParaRPr/>
          </a:p>
        </p:txBody>
      </p:sp>
      <p:sp>
        <p:nvSpPr>
          <p:cNvPr id="214254391" name="Date Placeholder 2"/>
          <p:cNvSpPr>
            <a:spLocks noGrp="1"/>
          </p:cNvSpPr>
          <p:nvPr>
            <p:ph type="dt" sz="half" idx="10"/>
          </p:nvPr>
        </p:nvSpPr>
        <p:spPr bwMode="auto"/>
        <p:txBody>
          <a:bodyPr/>
          <a:lstStyle/>
          <a:p>
            <a:pPr>
              <a:defRPr/>
            </a:pPr>
            <a:fld id="{5BCAD085-E8A6-8845-BD4E-CB4CCA059FC4}" type="datetimeFigureOut">
              <a:rPr lang="en-US"/>
              <a:t>8/26/2026</a:t>
            </a:fld>
            <a:endParaRPr lang="en-US"/>
          </a:p>
        </p:txBody>
      </p:sp>
      <p:sp>
        <p:nvSpPr>
          <p:cNvPr id="548869033" name="Footer Placeholder 3"/>
          <p:cNvSpPr>
            <a:spLocks noGrp="1"/>
          </p:cNvSpPr>
          <p:nvPr>
            <p:ph type="ftr" sz="quarter" idx="11"/>
          </p:nvPr>
        </p:nvSpPr>
        <p:spPr bwMode="auto"/>
        <p:txBody>
          <a:bodyPr/>
          <a:lstStyle/>
          <a:p>
            <a:pPr>
              <a:defRPr/>
            </a:pPr>
            <a:endParaRPr lang="en-US"/>
          </a:p>
        </p:txBody>
      </p:sp>
      <p:sp>
        <p:nvSpPr>
          <p:cNvPr id="988330327" name="Slide Number Placeholder 4"/>
          <p:cNvSpPr>
            <a:spLocks noGrp="1"/>
          </p:cNvSpPr>
          <p:nvPr>
            <p:ph type="sldNum" sz="quarter" idx="12"/>
          </p:nvPr>
        </p:nvSpPr>
        <p:spPr bwMode="auto"/>
        <p:txBody>
          <a:bodyPr/>
          <a:lstStyle/>
          <a:p>
            <a:pPr>
              <a:defRPr/>
            </a:pPr>
            <a:fld id="{C1FF6DA9-008F-8B48-92A6-B652298478BF}" type="slidenum">
              <a:rPr lang="en-US"/>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PhAnim="0" type="blank" preserve="1" userDrawn="1">
  <p:cSld name="Blank">
    <p:spTree>
      <p:nvGrpSpPr>
        <p:cNvPr id="1" name=""/>
        <p:cNvGrpSpPr/>
        <p:nvPr/>
      </p:nvGrpSpPr>
      <p:grpSpPr bwMode="auto">
        <a:xfrm>
          <a:off x="0" y="0"/>
          <a:ext cx="0" cy="0"/>
          <a:chOff x="0" y="0"/>
          <a:chExt cx="0" cy="0"/>
        </a:xfrm>
      </p:grpSpPr>
      <p:sp>
        <p:nvSpPr>
          <p:cNvPr id="623844635" name="Date Placeholder 1"/>
          <p:cNvSpPr>
            <a:spLocks noGrp="1"/>
          </p:cNvSpPr>
          <p:nvPr>
            <p:ph type="dt" sz="half" idx="10"/>
          </p:nvPr>
        </p:nvSpPr>
        <p:spPr bwMode="auto"/>
        <p:txBody>
          <a:bodyPr/>
          <a:lstStyle/>
          <a:p>
            <a:pPr>
              <a:defRPr/>
            </a:pPr>
            <a:fld id="{5BCAD085-E8A6-8845-BD4E-CB4CCA059FC4}" type="datetimeFigureOut">
              <a:rPr lang="en-US"/>
              <a:t>8/26/2026</a:t>
            </a:fld>
            <a:endParaRPr lang="en-US"/>
          </a:p>
        </p:txBody>
      </p:sp>
      <p:sp>
        <p:nvSpPr>
          <p:cNvPr id="1669655539" name="Footer Placeholder 2"/>
          <p:cNvSpPr>
            <a:spLocks noGrp="1"/>
          </p:cNvSpPr>
          <p:nvPr>
            <p:ph type="ftr" sz="quarter" idx="11"/>
          </p:nvPr>
        </p:nvSpPr>
        <p:spPr bwMode="auto"/>
        <p:txBody>
          <a:bodyPr/>
          <a:lstStyle/>
          <a:p>
            <a:pPr>
              <a:defRPr/>
            </a:pPr>
            <a:endParaRPr lang="en-US"/>
          </a:p>
        </p:txBody>
      </p:sp>
      <p:sp>
        <p:nvSpPr>
          <p:cNvPr id="908077372" name="Slide Number Placeholder 3"/>
          <p:cNvSpPr>
            <a:spLocks noGrp="1"/>
          </p:cNvSpPr>
          <p:nvPr>
            <p:ph type="sldNum" sz="quarter" idx="12"/>
          </p:nvPr>
        </p:nvSpPr>
        <p:spPr bwMode="auto"/>
        <p:txBody>
          <a:bodyPr/>
          <a:lstStyle/>
          <a:p>
            <a:pPr>
              <a:defRPr/>
            </a:pPr>
            <a:fld id="{C1FF6DA9-008F-8B48-92A6-B652298478BF}" type="slidenum">
              <a:rPr lang="en-US"/>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PhAnim="0" type="objTx" preserve="1" userDrawn="1">
  <p:cSld name="Content with Caption">
    <p:spTree>
      <p:nvGrpSpPr>
        <p:cNvPr id="1" name=""/>
        <p:cNvGrpSpPr/>
        <p:nvPr/>
      </p:nvGrpSpPr>
      <p:grpSpPr bwMode="auto">
        <a:xfrm>
          <a:off x="0" y="0"/>
          <a:ext cx="0" cy="0"/>
          <a:chOff x="0" y="0"/>
          <a:chExt cx="0" cy="0"/>
        </a:xfrm>
      </p:grpSpPr>
      <p:sp>
        <p:nvSpPr>
          <p:cNvPr id="1961772378" name="Title 1"/>
          <p:cNvSpPr>
            <a:spLocks noGrp="1"/>
          </p:cNvSpPr>
          <p:nvPr>
            <p:ph type="title"/>
          </p:nvPr>
        </p:nvSpPr>
        <p:spPr bwMode="auto">
          <a:xfrm>
            <a:off x="457200" y="273050"/>
            <a:ext cx="3008313" cy="1162050"/>
          </a:xfrm>
        </p:spPr>
        <p:txBody>
          <a:bodyPr anchor="b"/>
          <a:lstStyle>
            <a:lvl1pPr algn="l">
              <a:defRPr sz="2000" b="1"/>
            </a:lvl1pPr>
          </a:lstStyle>
          <a:p>
            <a:pPr>
              <a:defRPr/>
            </a:pPr>
            <a:r>
              <a:rPr lang="en-US"/>
              <a:t>Click to edit Master title style</a:t>
            </a:r>
            <a:endParaRPr/>
          </a:p>
        </p:txBody>
      </p:sp>
      <p:sp>
        <p:nvSpPr>
          <p:cNvPr id="1218946821" name="Content Placeholder 2"/>
          <p:cNvSpPr>
            <a:spLocks noGrp="1"/>
          </p:cNvSpPr>
          <p:nvPr>
            <p:ph idx="1"/>
          </p:nvPr>
        </p:nvSpPr>
        <p:spPr bwMode="auto">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a:p>
        </p:txBody>
      </p:sp>
      <p:sp>
        <p:nvSpPr>
          <p:cNvPr id="1577650532" name="Text Placeholder 3"/>
          <p:cNvSpPr>
            <a:spLocks noGrp="1"/>
          </p:cNvSpPr>
          <p:nvPr>
            <p:ph type="body" sz="half" idx="2"/>
          </p:nvPr>
        </p:nvSpPr>
        <p:spPr bwMode="auto">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defRPr/>
            </a:pPr>
            <a:r>
              <a:rPr lang="en-US"/>
              <a:t>Click to edit Master text styles</a:t>
            </a:r>
            <a:endParaRPr/>
          </a:p>
        </p:txBody>
      </p:sp>
      <p:sp>
        <p:nvSpPr>
          <p:cNvPr id="1616739986" name="Date Placeholder 4"/>
          <p:cNvSpPr>
            <a:spLocks noGrp="1"/>
          </p:cNvSpPr>
          <p:nvPr>
            <p:ph type="dt" sz="half" idx="10"/>
          </p:nvPr>
        </p:nvSpPr>
        <p:spPr bwMode="auto"/>
        <p:txBody>
          <a:bodyPr/>
          <a:lstStyle/>
          <a:p>
            <a:pPr>
              <a:defRPr/>
            </a:pPr>
            <a:fld id="{5BCAD085-E8A6-8845-BD4E-CB4CCA059FC4}" type="datetimeFigureOut">
              <a:rPr lang="en-US"/>
              <a:t>8/26/2026</a:t>
            </a:fld>
            <a:endParaRPr lang="en-US"/>
          </a:p>
        </p:txBody>
      </p:sp>
      <p:sp>
        <p:nvSpPr>
          <p:cNvPr id="27751976" name="Footer Placeholder 5"/>
          <p:cNvSpPr>
            <a:spLocks noGrp="1"/>
          </p:cNvSpPr>
          <p:nvPr>
            <p:ph type="ftr" sz="quarter" idx="11"/>
          </p:nvPr>
        </p:nvSpPr>
        <p:spPr bwMode="auto"/>
        <p:txBody>
          <a:bodyPr/>
          <a:lstStyle/>
          <a:p>
            <a:pPr>
              <a:defRPr/>
            </a:pPr>
            <a:endParaRPr lang="en-US"/>
          </a:p>
        </p:txBody>
      </p:sp>
      <p:sp>
        <p:nvSpPr>
          <p:cNvPr id="537585873" name="Slide Number Placeholder 6"/>
          <p:cNvSpPr>
            <a:spLocks noGrp="1"/>
          </p:cNvSpPr>
          <p:nvPr>
            <p:ph type="sldNum" sz="quarter" idx="12"/>
          </p:nvPr>
        </p:nvSpPr>
        <p:spPr bwMode="auto"/>
        <p:txBody>
          <a:bodyPr/>
          <a:lstStyle/>
          <a:p>
            <a:pPr>
              <a:defRPr/>
            </a:pPr>
            <a:fld id="{C1FF6DA9-008F-8B48-92A6-B652298478BF}" type="slidenum">
              <a:rPr lang="en-US"/>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PhAnim="0" type="picTx" preserve="1" userDrawn="1">
  <p:cSld name="Picture with Caption">
    <p:spTree>
      <p:nvGrpSpPr>
        <p:cNvPr id="1" name=""/>
        <p:cNvGrpSpPr/>
        <p:nvPr/>
      </p:nvGrpSpPr>
      <p:grpSpPr bwMode="auto">
        <a:xfrm>
          <a:off x="0" y="0"/>
          <a:ext cx="0" cy="0"/>
          <a:chOff x="0" y="0"/>
          <a:chExt cx="0" cy="0"/>
        </a:xfrm>
      </p:grpSpPr>
      <p:sp>
        <p:nvSpPr>
          <p:cNvPr id="1309048378" name="Title 1"/>
          <p:cNvSpPr>
            <a:spLocks noGrp="1"/>
          </p:cNvSpPr>
          <p:nvPr>
            <p:ph type="title"/>
          </p:nvPr>
        </p:nvSpPr>
        <p:spPr bwMode="auto">
          <a:xfrm>
            <a:off x="1792288" y="4800600"/>
            <a:ext cx="5486400" cy="566738"/>
          </a:xfrm>
        </p:spPr>
        <p:txBody>
          <a:bodyPr anchor="b"/>
          <a:lstStyle>
            <a:lvl1pPr algn="l">
              <a:defRPr sz="2000" b="1"/>
            </a:lvl1pPr>
          </a:lstStyle>
          <a:p>
            <a:pPr>
              <a:defRPr/>
            </a:pPr>
            <a:r>
              <a:rPr lang="en-US"/>
              <a:t>Click to edit Master title style</a:t>
            </a:r>
            <a:endParaRPr/>
          </a:p>
        </p:txBody>
      </p:sp>
      <p:sp>
        <p:nvSpPr>
          <p:cNvPr id="1746472801" name="Picture Placeholder 2"/>
          <p:cNvSpPr>
            <a:spLocks noGrp="1"/>
          </p:cNvSpPr>
          <p:nvPr>
            <p:ph type="pic" idx="1"/>
          </p:nvPr>
        </p:nvSpPr>
        <p:spPr bwMode="auto">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a:defRPr/>
            </a:pPr>
            <a:endParaRPr lang="en-US"/>
          </a:p>
        </p:txBody>
      </p:sp>
      <p:sp>
        <p:nvSpPr>
          <p:cNvPr id="2060913399" name="Text Placeholder 3"/>
          <p:cNvSpPr>
            <a:spLocks noGrp="1"/>
          </p:cNvSpPr>
          <p:nvPr>
            <p:ph type="body" sz="half" idx="2"/>
          </p:nvPr>
        </p:nvSpPr>
        <p:spPr bwMode="auto">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defRPr/>
            </a:pPr>
            <a:r>
              <a:rPr lang="en-US"/>
              <a:t>Click to edit Master text styles</a:t>
            </a:r>
            <a:endParaRPr/>
          </a:p>
        </p:txBody>
      </p:sp>
      <p:sp>
        <p:nvSpPr>
          <p:cNvPr id="23372162" name="Date Placeholder 4"/>
          <p:cNvSpPr>
            <a:spLocks noGrp="1"/>
          </p:cNvSpPr>
          <p:nvPr>
            <p:ph type="dt" sz="half" idx="10"/>
          </p:nvPr>
        </p:nvSpPr>
        <p:spPr bwMode="auto"/>
        <p:txBody>
          <a:bodyPr/>
          <a:lstStyle/>
          <a:p>
            <a:pPr>
              <a:defRPr/>
            </a:pPr>
            <a:fld id="{5BCAD085-E8A6-8845-BD4E-CB4CCA059FC4}" type="datetimeFigureOut">
              <a:rPr lang="en-US"/>
              <a:t>8/26/2026</a:t>
            </a:fld>
            <a:endParaRPr lang="en-US"/>
          </a:p>
        </p:txBody>
      </p:sp>
      <p:sp>
        <p:nvSpPr>
          <p:cNvPr id="168942757" name="Footer Placeholder 5"/>
          <p:cNvSpPr>
            <a:spLocks noGrp="1"/>
          </p:cNvSpPr>
          <p:nvPr>
            <p:ph type="ftr" sz="quarter" idx="11"/>
          </p:nvPr>
        </p:nvSpPr>
        <p:spPr bwMode="auto"/>
        <p:txBody>
          <a:bodyPr/>
          <a:lstStyle/>
          <a:p>
            <a:pPr>
              <a:defRPr/>
            </a:pPr>
            <a:endParaRPr lang="en-US"/>
          </a:p>
        </p:txBody>
      </p:sp>
      <p:sp>
        <p:nvSpPr>
          <p:cNvPr id="2096313132" name="Slide Number Placeholder 6"/>
          <p:cNvSpPr>
            <a:spLocks noGrp="1"/>
          </p:cNvSpPr>
          <p:nvPr>
            <p:ph type="sldNum" sz="quarter" idx="12"/>
          </p:nvPr>
        </p:nvSpPr>
        <p:spPr bwMode="auto"/>
        <p:txBody>
          <a:bodyPr/>
          <a:lstStyle/>
          <a:p>
            <a:pPr>
              <a:defRPr/>
            </a:pPr>
            <a:fld id="{C1FF6DA9-008F-8B48-92A6-B652298478BF}" type="slidenum">
              <a:rPr lang="en-US"/>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PhAnim="0" type="vertTx" preserve="1" userDrawn="1">
  <p:cSld name="Title and Vertical Text">
    <p:spTree>
      <p:nvGrpSpPr>
        <p:cNvPr id="1" name=""/>
        <p:cNvGrpSpPr/>
        <p:nvPr/>
      </p:nvGrpSpPr>
      <p:grpSpPr bwMode="auto">
        <a:xfrm>
          <a:off x="0" y="0"/>
          <a:ext cx="0" cy="0"/>
          <a:chOff x="0" y="0"/>
          <a:chExt cx="0" cy="0"/>
        </a:xfrm>
      </p:grpSpPr>
      <p:sp>
        <p:nvSpPr>
          <p:cNvPr id="1043507303" name="Title 1"/>
          <p:cNvSpPr>
            <a:spLocks noGrp="1"/>
          </p:cNvSpPr>
          <p:nvPr>
            <p:ph type="title"/>
          </p:nvPr>
        </p:nvSpPr>
        <p:spPr bwMode="auto"/>
        <p:txBody>
          <a:bodyPr/>
          <a:lstStyle/>
          <a:p>
            <a:pPr>
              <a:defRPr/>
            </a:pPr>
            <a:r>
              <a:rPr lang="en-US"/>
              <a:t>Click to edit Master title style</a:t>
            </a:r>
            <a:endParaRPr/>
          </a:p>
        </p:txBody>
      </p:sp>
      <p:sp>
        <p:nvSpPr>
          <p:cNvPr id="999298346" name="Vertical Text Placeholder 2"/>
          <p:cNvSpPr>
            <a:spLocks noGrp="1"/>
          </p:cNvSpPr>
          <p:nvPr>
            <p:ph type="body" orient="vert" idx="1"/>
          </p:nvPr>
        </p:nvSpPr>
        <p:spPr bwMode="auto"/>
        <p:txBody>
          <a:bodyPr vert="eaVert"/>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a:p>
        </p:txBody>
      </p:sp>
      <p:sp>
        <p:nvSpPr>
          <p:cNvPr id="1288172023" name="Date Placeholder 3"/>
          <p:cNvSpPr>
            <a:spLocks noGrp="1"/>
          </p:cNvSpPr>
          <p:nvPr>
            <p:ph type="dt" sz="half" idx="10"/>
          </p:nvPr>
        </p:nvSpPr>
        <p:spPr bwMode="auto"/>
        <p:txBody>
          <a:bodyPr/>
          <a:lstStyle/>
          <a:p>
            <a:pPr>
              <a:defRPr/>
            </a:pPr>
            <a:fld id="{5BCAD085-E8A6-8845-BD4E-CB4CCA059FC4}" type="datetimeFigureOut">
              <a:rPr lang="en-US"/>
              <a:t>8/26/2026</a:t>
            </a:fld>
            <a:endParaRPr lang="en-US"/>
          </a:p>
        </p:txBody>
      </p:sp>
      <p:sp>
        <p:nvSpPr>
          <p:cNvPr id="1377906430" name="Footer Placeholder 4"/>
          <p:cNvSpPr>
            <a:spLocks noGrp="1"/>
          </p:cNvSpPr>
          <p:nvPr>
            <p:ph type="ftr" sz="quarter" idx="11"/>
          </p:nvPr>
        </p:nvSpPr>
        <p:spPr bwMode="auto"/>
        <p:txBody>
          <a:bodyPr/>
          <a:lstStyle/>
          <a:p>
            <a:pPr>
              <a:defRPr/>
            </a:pPr>
            <a:endParaRPr lang="en-US"/>
          </a:p>
        </p:txBody>
      </p:sp>
      <p:sp>
        <p:nvSpPr>
          <p:cNvPr id="1870711441" name="Slide Number Placeholder 5"/>
          <p:cNvSpPr>
            <a:spLocks noGrp="1"/>
          </p:cNvSpPr>
          <p:nvPr>
            <p:ph type="sldNum" sz="quarter" idx="12"/>
          </p:nvPr>
        </p:nvSpPr>
        <p:spPr bwMode="auto"/>
        <p:txBody>
          <a:bodyPr/>
          <a:lstStyle/>
          <a:p>
            <a:pPr>
              <a:defRPr/>
            </a:pPr>
            <a:fld id="{C1FF6DA9-008F-8B48-92A6-B652298478BF}" type="slidenum">
              <a:rPr lang="en-US"/>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PhAnim="0" type="vertTitleAndTx" preserve="1" userDrawn="1">
  <p:cSld name="Vertical Title and Text">
    <p:spTree>
      <p:nvGrpSpPr>
        <p:cNvPr id="1" name=""/>
        <p:cNvGrpSpPr/>
        <p:nvPr/>
      </p:nvGrpSpPr>
      <p:grpSpPr bwMode="auto">
        <a:xfrm>
          <a:off x="0" y="0"/>
          <a:ext cx="0" cy="0"/>
          <a:chOff x="0" y="0"/>
          <a:chExt cx="0" cy="0"/>
        </a:xfrm>
      </p:grpSpPr>
      <p:sp>
        <p:nvSpPr>
          <p:cNvPr id="124365575" name="Vertical Title 1"/>
          <p:cNvSpPr>
            <a:spLocks noGrp="1"/>
          </p:cNvSpPr>
          <p:nvPr>
            <p:ph type="title" orient="vert"/>
          </p:nvPr>
        </p:nvSpPr>
        <p:spPr bwMode="auto">
          <a:xfrm>
            <a:off x="6629400" y="274638"/>
            <a:ext cx="2057400" cy="5851525"/>
          </a:xfrm>
        </p:spPr>
        <p:txBody>
          <a:bodyPr vert="eaVert"/>
          <a:lstStyle/>
          <a:p>
            <a:pPr>
              <a:defRPr/>
            </a:pPr>
            <a:r>
              <a:rPr lang="en-US"/>
              <a:t>Click to edit Master title style</a:t>
            </a:r>
            <a:endParaRPr/>
          </a:p>
        </p:txBody>
      </p:sp>
      <p:sp>
        <p:nvSpPr>
          <p:cNvPr id="584642627" name="Vertical Text Placeholder 2"/>
          <p:cNvSpPr>
            <a:spLocks noGrp="1"/>
          </p:cNvSpPr>
          <p:nvPr>
            <p:ph type="body" orient="vert" idx="1"/>
          </p:nvPr>
        </p:nvSpPr>
        <p:spPr bwMode="auto">
          <a:xfrm>
            <a:off x="457200" y="274638"/>
            <a:ext cx="6019800" cy="5851525"/>
          </a:xfrm>
        </p:spPr>
        <p:txBody>
          <a:bodyPr vert="eaVert"/>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a:p>
        </p:txBody>
      </p:sp>
      <p:sp>
        <p:nvSpPr>
          <p:cNvPr id="675700107" name="Date Placeholder 3"/>
          <p:cNvSpPr>
            <a:spLocks noGrp="1"/>
          </p:cNvSpPr>
          <p:nvPr>
            <p:ph type="dt" sz="half" idx="10"/>
          </p:nvPr>
        </p:nvSpPr>
        <p:spPr bwMode="auto"/>
        <p:txBody>
          <a:bodyPr/>
          <a:lstStyle/>
          <a:p>
            <a:pPr>
              <a:defRPr/>
            </a:pPr>
            <a:fld id="{5BCAD085-E8A6-8845-BD4E-CB4CCA059FC4}" type="datetimeFigureOut">
              <a:rPr lang="en-US"/>
              <a:t>8/26/2026</a:t>
            </a:fld>
            <a:endParaRPr lang="en-US"/>
          </a:p>
        </p:txBody>
      </p:sp>
      <p:sp>
        <p:nvSpPr>
          <p:cNvPr id="516727925" name="Footer Placeholder 4"/>
          <p:cNvSpPr>
            <a:spLocks noGrp="1"/>
          </p:cNvSpPr>
          <p:nvPr>
            <p:ph type="ftr" sz="quarter" idx="11"/>
          </p:nvPr>
        </p:nvSpPr>
        <p:spPr bwMode="auto"/>
        <p:txBody>
          <a:bodyPr/>
          <a:lstStyle/>
          <a:p>
            <a:pPr>
              <a:defRPr/>
            </a:pPr>
            <a:endParaRPr lang="en-US"/>
          </a:p>
        </p:txBody>
      </p:sp>
      <p:sp>
        <p:nvSpPr>
          <p:cNvPr id="1908482418" name="Slide Number Placeholder 5"/>
          <p:cNvSpPr>
            <a:spLocks noGrp="1"/>
          </p:cNvSpPr>
          <p:nvPr>
            <p:ph type="sldNum" sz="quarter" idx="12"/>
          </p:nvPr>
        </p:nvSpPr>
        <p:spPr bwMode="auto"/>
        <p:txBody>
          <a:bodyPr/>
          <a:lstStyle/>
          <a:p>
            <a:pPr>
              <a:defRPr/>
            </a:pPr>
            <a:fld id="{C1FF6DA9-008F-8B48-92A6-B652298478BF}" type="slidenum">
              <a:rPr lang="en-US"/>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bwMode="auto">
        <a:xfrm>
          <a:off x="0" y="0"/>
          <a:ext cx="0" cy="0"/>
          <a:chOff x="0" y="0"/>
          <a:chExt cx="0" cy="0"/>
        </a:xfrm>
      </p:grpSpPr>
      <p:sp>
        <p:nvSpPr>
          <p:cNvPr id="1837202544" name="Title Placeholder 1"/>
          <p:cNvSpPr>
            <a:spLocks noGrp="1"/>
          </p:cNvSpPr>
          <p:nvPr>
            <p:ph type="title"/>
          </p:nvPr>
        </p:nvSpPr>
        <p:spPr bwMode="auto">
          <a:xfrm>
            <a:off x="457200" y="274638"/>
            <a:ext cx="8229600" cy="1143000"/>
          </a:xfrm>
          <a:prstGeom prst="rect">
            <a:avLst/>
          </a:prstGeom>
        </p:spPr>
        <p:txBody>
          <a:bodyPr vert="horz" lIns="91440" tIns="45720" rIns="91440" bIns="45720" rtlCol="0" anchor="ctr">
            <a:normAutofit/>
          </a:bodyPr>
          <a:lstStyle/>
          <a:p>
            <a:pPr>
              <a:defRPr/>
            </a:pPr>
            <a:r>
              <a:rPr lang="en-US"/>
              <a:t>Click to edit Master title style</a:t>
            </a:r>
            <a:endParaRPr/>
          </a:p>
        </p:txBody>
      </p:sp>
      <p:sp>
        <p:nvSpPr>
          <p:cNvPr id="1711729823" name="Text Placeholder 2"/>
          <p:cNvSpPr>
            <a:spLocks noGrp="1"/>
          </p:cNvSpPr>
          <p:nvPr>
            <p:ph type="body" idx="1"/>
          </p:nvPr>
        </p:nvSpPr>
        <p:spPr bwMode="auto">
          <a:xfrm>
            <a:off x="457200" y="1600200"/>
            <a:ext cx="8229600" cy="4525963"/>
          </a:xfrm>
          <a:prstGeom prst="rect">
            <a:avLst/>
          </a:prstGeom>
        </p:spPr>
        <p:txBody>
          <a:bodyPr vert="horz" lIns="91440" tIns="45720" rIns="91440" bIns="45720" rtlCol="0">
            <a:normAutofit/>
          </a:body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a:p>
        </p:txBody>
      </p:sp>
      <p:sp>
        <p:nvSpPr>
          <p:cNvPr id="137600912" name="Date Placeholder 3"/>
          <p:cNvSpPr>
            <a:spLocks noGrp="1"/>
          </p:cNvSpPr>
          <p:nvPr>
            <p:ph type="dt" sz="half" idx="2"/>
          </p:nvPr>
        </p:nvSpPr>
        <p:spPr bwMode="auto">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pPr>
              <a:defRPr/>
            </a:pPr>
            <a:fld id="{5BCAD085-E8A6-8845-BD4E-CB4CCA059FC4}" type="datetimeFigureOut">
              <a:rPr lang="en-US"/>
              <a:t>8/26/2026</a:t>
            </a:fld>
            <a:endParaRPr lang="en-US"/>
          </a:p>
        </p:txBody>
      </p:sp>
      <p:sp>
        <p:nvSpPr>
          <p:cNvPr id="418202536" name="Footer Placeholder 4"/>
          <p:cNvSpPr>
            <a:spLocks noGrp="1"/>
          </p:cNvSpPr>
          <p:nvPr>
            <p:ph type="ftr" sz="quarter" idx="3"/>
          </p:nvPr>
        </p:nvSpPr>
        <p:spPr bwMode="auto">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a:defRPr/>
            </a:pPr>
            <a:endParaRPr lang="en-US"/>
          </a:p>
        </p:txBody>
      </p:sp>
      <p:sp>
        <p:nvSpPr>
          <p:cNvPr id="703294241" name="Slide Number Placeholder 5"/>
          <p:cNvSpPr>
            <a:spLocks noGrp="1"/>
          </p:cNvSpPr>
          <p:nvPr>
            <p:ph type="sldNum" sz="quarter" idx="4"/>
          </p:nvPr>
        </p:nvSpPr>
        <p:spPr bwMode="auto">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a:defRPr/>
            </a:pPr>
            <a:fld id="{C1FF6DA9-008F-8B48-92A6-B652298478BF}" type="slidenum">
              <a:rPr lang="en-US"/>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a:spcBef>
          <a:spcPts val="0"/>
        </a:spcBef>
        <a:buNone/>
        <a:defRPr sz="4400">
          <a:solidFill>
            <a:schemeClr val="tx1"/>
          </a:solidFill>
          <a:latin typeface="+mj-lt"/>
          <a:ea typeface="+mj-ea"/>
          <a:cs typeface="+mj-cs"/>
        </a:defRPr>
      </a:lvl1pPr>
    </p:titleStyle>
    <p:bodyStyle>
      <a:lvl1pPr marL="342900" indent="-342900" algn="l" defTabSz="457200" rtl="0">
        <a:spcBef>
          <a:spcPts val="0"/>
        </a:spcBef>
        <a:buFont typeface="Arial"/>
        <a:buChar char="•"/>
        <a:defRPr sz="3200">
          <a:solidFill>
            <a:schemeClr val="tx1"/>
          </a:solidFill>
          <a:latin typeface="+mn-lt"/>
          <a:ea typeface="+mn-ea"/>
          <a:cs typeface="+mn-cs"/>
        </a:defRPr>
      </a:lvl1pPr>
      <a:lvl2pPr marL="742950" indent="-285750" algn="l" defTabSz="457200" rtl="0">
        <a:spcBef>
          <a:spcPts val="0"/>
        </a:spcBef>
        <a:buFont typeface="Arial"/>
        <a:buChar char="–"/>
        <a:defRPr sz="2800">
          <a:solidFill>
            <a:schemeClr val="tx1"/>
          </a:solidFill>
          <a:latin typeface="+mn-lt"/>
          <a:ea typeface="+mn-ea"/>
          <a:cs typeface="+mn-cs"/>
        </a:defRPr>
      </a:lvl2pPr>
      <a:lvl3pPr marL="1143000" indent="-228600" algn="l" defTabSz="457200" rtl="0">
        <a:spcBef>
          <a:spcPts val="0"/>
        </a:spcBef>
        <a:buFont typeface="Arial"/>
        <a:buChar char="•"/>
        <a:defRPr sz="2400">
          <a:solidFill>
            <a:schemeClr val="tx1"/>
          </a:solidFill>
          <a:latin typeface="+mn-lt"/>
          <a:ea typeface="+mn-ea"/>
          <a:cs typeface="+mn-cs"/>
        </a:defRPr>
      </a:lvl3pPr>
      <a:lvl4pPr marL="1600200" indent="-228600" algn="l" defTabSz="457200" rtl="0">
        <a:spcBef>
          <a:spcPts val="0"/>
        </a:spcBef>
        <a:buFont typeface="Arial"/>
        <a:buChar char="–"/>
        <a:defRPr sz="2000">
          <a:solidFill>
            <a:schemeClr val="tx1"/>
          </a:solidFill>
          <a:latin typeface="+mn-lt"/>
          <a:ea typeface="+mn-ea"/>
          <a:cs typeface="+mn-cs"/>
        </a:defRPr>
      </a:lvl4pPr>
      <a:lvl5pPr marL="2057400" indent="-228600" algn="l" defTabSz="457200" rtl="0">
        <a:spcBef>
          <a:spcPts val="0"/>
        </a:spcBef>
        <a:buFont typeface="Arial"/>
        <a:buChar char="»"/>
        <a:defRPr sz="2000">
          <a:solidFill>
            <a:schemeClr val="tx1"/>
          </a:solidFill>
          <a:latin typeface="+mn-lt"/>
          <a:ea typeface="+mn-ea"/>
          <a:cs typeface="+mn-cs"/>
        </a:defRPr>
      </a:lvl5pPr>
      <a:lvl6pPr marL="2514600" indent="-228600" algn="l" defTabSz="457200" rtl="0">
        <a:spcBef>
          <a:spcPts val="0"/>
        </a:spcBef>
        <a:buFont typeface="Arial"/>
        <a:buChar char="•"/>
        <a:defRPr sz="2000">
          <a:solidFill>
            <a:schemeClr val="tx1"/>
          </a:solidFill>
          <a:latin typeface="+mn-lt"/>
          <a:ea typeface="+mn-ea"/>
          <a:cs typeface="+mn-cs"/>
        </a:defRPr>
      </a:lvl6pPr>
      <a:lvl7pPr marL="2971800" indent="-228600" algn="l" defTabSz="457200" rtl="0">
        <a:spcBef>
          <a:spcPts val="0"/>
        </a:spcBef>
        <a:buFont typeface="Arial"/>
        <a:buChar char="•"/>
        <a:defRPr sz="2000">
          <a:solidFill>
            <a:schemeClr val="tx1"/>
          </a:solidFill>
          <a:latin typeface="+mn-lt"/>
          <a:ea typeface="+mn-ea"/>
          <a:cs typeface="+mn-cs"/>
        </a:defRPr>
      </a:lvl7pPr>
      <a:lvl8pPr marL="3429000" indent="-228600" algn="l" defTabSz="457200" rtl="0">
        <a:spcBef>
          <a:spcPts val="0"/>
        </a:spcBef>
        <a:buFont typeface="Arial"/>
        <a:buChar char="•"/>
        <a:defRPr sz="2000">
          <a:solidFill>
            <a:schemeClr val="tx1"/>
          </a:solidFill>
          <a:latin typeface="+mn-lt"/>
          <a:ea typeface="+mn-ea"/>
          <a:cs typeface="+mn-cs"/>
        </a:defRPr>
      </a:lvl8pPr>
      <a:lvl9pPr marL="3886200" indent="-228600" algn="l" defTabSz="457200" rtl="0">
        <a:spcBef>
          <a:spcPts val="0"/>
        </a:spcBef>
        <a:buFont typeface="Arial"/>
        <a:buChar char="•"/>
        <a:defRPr sz="2000">
          <a:solidFill>
            <a:schemeClr val="tx1"/>
          </a:solidFill>
          <a:latin typeface="+mn-lt"/>
          <a:ea typeface="+mn-ea"/>
          <a:cs typeface="+mn-cs"/>
        </a:defRPr>
      </a:lvl9pPr>
    </p:bodyStyle>
    <p:otherStyle>
      <a:defPPr>
        <a:defRPr lang="en-US"/>
      </a:defPPr>
      <a:lvl1pPr marL="0" algn="l" defTabSz="457200" rtl="0">
        <a:defRPr sz="1800">
          <a:solidFill>
            <a:schemeClr val="tx1"/>
          </a:solidFill>
          <a:latin typeface="+mn-lt"/>
          <a:ea typeface="+mn-ea"/>
          <a:cs typeface="+mn-cs"/>
        </a:defRPr>
      </a:lvl1pPr>
      <a:lvl2pPr marL="457200" algn="l" defTabSz="457200" rtl="0">
        <a:defRPr sz="1800">
          <a:solidFill>
            <a:schemeClr val="tx1"/>
          </a:solidFill>
          <a:latin typeface="+mn-lt"/>
          <a:ea typeface="+mn-ea"/>
          <a:cs typeface="+mn-cs"/>
        </a:defRPr>
      </a:lvl2pPr>
      <a:lvl3pPr marL="914400" algn="l" defTabSz="457200" rtl="0">
        <a:defRPr sz="1800">
          <a:solidFill>
            <a:schemeClr val="tx1"/>
          </a:solidFill>
          <a:latin typeface="+mn-lt"/>
          <a:ea typeface="+mn-ea"/>
          <a:cs typeface="+mn-cs"/>
        </a:defRPr>
      </a:lvl3pPr>
      <a:lvl4pPr marL="1371600" algn="l" defTabSz="457200" rtl="0">
        <a:defRPr sz="1800">
          <a:solidFill>
            <a:schemeClr val="tx1"/>
          </a:solidFill>
          <a:latin typeface="+mn-lt"/>
          <a:ea typeface="+mn-ea"/>
          <a:cs typeface="+mn-cs"/>
        </a:defRPr>
      </a:lvl4pPr>
      <a:lvl5pPr marL="1828800" algn="l" defTabSz="457200" rtl="0">
        <a:defRPr sz="1800">
          <a:solidFill>
            <a:schemeClr val="tx1"/>
          </a:solidFill>
          <a:latin typeface="+mn-lt"/>
          <a:ea typeface="+mn-ea"/>
          <a:cs typeface="+mn-cs"/>
        </a:defRPr>
      </a:lvl5pPr>
      <a:lvl6pPr marL="2286000" algn="l" defTabSz="457200" rtl="0">
        <a:defRPr sz="1800">
          <a:solidFill>
            <a:schemeClr val="tx1"/>
          </a:solidFill>
          <a:latin typeface="+mn-lt"/>
          <a:ea typeface="+mn-ea"/>
          <a:cs typeface="+mn-cs"/>
        </a:defRPr>
      </a:lvl6pPr>
      <a:lvl7pPr marL="2743200" algn="l" defTabSz="457200" rtl="0">
        <a:defRPr sz="1800">
          <a:solidFill>
            <a:schemeClr val="tx1"/>
          </a:solidFill>
          <a:latin typeface="+mn-lt"/>
          <a:ea typeface="+mn-ea"/>
          <a:cs typeface="+mn-cs"/>
        </a:defRPr>
      </a:lvl7pPr>
      <a:lvl8pPr marL="3200400" algn="l" defTabSz="457200" rtl="0">
        <a:defRPr sz="1800">
          <a:solidFill>
            <a:schemeClr val="tx1"/>
          </a:solidFill>
          <a:latin typeface="+mn-lt"/>
          <a:ea typeface="+mn-ea"/>
          <a:cs typeface="+mn-cs"/>
        </a:defRPr>
      </a:lvl8pPr>
      <a:lvl9pPr marL="3657600" algn="l" defTabSz="457200" rtl="0">
        <a:defRPr sz="18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hyperlink" Target="https://www.ijirct.org/download.php?a_pid=2508005" TargetMode="External"/><Relationship Id="rId7" Type="http://schemas.openxmlformats.org/officeDocument/2006/relationships/hyperlink" Target="https://www.zeliot.in/blog/real-time-data-streaming-to-detect-financial-fraud-using-condense" TargetMode="External"/><Relationship Id="rId2" Type="http://schemas.openxmlformats.org/officeDocument/2006/relationships/notesSlide" Target="../notesSlides/notesSlide6.xml"/><Relationship Id="rId1" Type="http://schemas.openxmlformats.org/officeDocument/2006/relationships/slideLayout" Target="../slideLayouts/slideLayout7.xml"/><Relationship Id="rId6" Type="http://schemas.openxmlformats.org/officeDocument/2006/relationships/hyperlink" Target="https://medium.com/@bubu.tripathy/real-time-fraud-detection-with-kafka-streams-and-spring-boot-8f358e55e5c3" TargetMode="External"/><Relationship Id="rId5" Type="http://schemas.openxmlformats.org/officeDocument/2006/relationships/hyperlink" Target="https://inlibrary.uz/index.php/ijdsml/article/view/108431" TargetMode="External"/><Relationship Id="rId4" Type="http://schemas.openxmlformats.org/officeDocument/2006/relationships/hyperlink" Target="https://ijirt.org/publishedpaper/IJIRT173756_PAPER.pdf" TargetMode="External"/></Relationships>
</file>

<file path=ppt/slides/_rels/slide7.xml.rels><?xml version="1.0" encoding="UTF-8" standalone="yes"?>
<Relationships xmlns="http://schemas.openxmlformats.org/package/2006/relationships"><Relationship Id="rId3" Type="http://schemas.openxmlformats.org/officeDocument/2006/relationships/hyperlink" Target="https://dev.to/karthik_parameswaran_5251/real-time-fraud-detection-using-kafka-and-machine-learning-22ec" TargetMode="External"/><Relationship Id="rId7" Type="http://schemas.openxmlformats.org/officeDocument/2006/relationships/hyperlink" Target="https://doi.org/10.1016/j.eswa.2018.01.037" TargetMode="External"/><Relationship Id="rId2" Type="http://schemas.openxmlformats.org/officeDocument/2006/relationships/notesSlide" Target="../notesSlides/notesSlide7.xml"/><Relationship Id="rId1" Type="http://schemas.openxmlformats.org/officeDocument/2006/relationships/slideLayout" Target="../slideLayouts/slideLayout7.xml"/><Relationship Id="rId6" Type="http://schemas.openxmlformats.org/officeDocument/2006/relationships/hyperlink" Target="https://doi.org/10.1109/TNNLS.2017.2736643" TargetMode="External"/><Relationship Id="rId5" Type="http://schemas.openxmlformats.org/officeDocument/2006/relationships/hyperlink" Target="https://doi.org/10.1016/j.inffus.2017.09.005" TargetMode="External"/><Relationship Id="rId4" Type="http://schemas.openxmlformats.org/officeDocument/2006/relationships/hyperlink" Target="https://doi.org/10.1145/1541880.1541882" TargetMode="Externa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showMasterPhAnim="0">
  <p:cSld>
    <p:bg>
      <p:bgPr>
        <a:solidFill>
          <a:srgbClr val="FFFFFF"/>
        </a:solidFill>
        <a:effectLst/>
      </p:bgPr>
    </p:bg>
    <p:spTree>
      <p:nvGrpSpPr>
        <p:cNvPr id="1" name=""/>
        <p:cNvGrpSpPr/>
        <p:nvPr/>
      </p:nvGrpSpPr>
      <p:grpSpPr bwMode="auto">
        <a:xfrm>
          <a:off x="0" y="0"/>
          <a:ext cx="0" cy="0"/>
          <a:chOff x="0" y="0"/>
          <a:chExt cx="0" cy="0"/>
        </a:xfrm>
      </p:grpSpPr>
      <p:pic>
        <p:nvPicPr>
          <p:cNvPr id="1291975550" name="Picture 1" descr="image.png"/>
          <p:cNvPicPr>
            <a:picLocks noChangeAspect="1"/>
          </p:cNvPicPr>
          <p:nvPr/>
        </p:nvPicPr>
        <p:blipFill rotWithShape="1">
          <a:blip r:embed="rId3"/>
          <a:stretch/>
        </p:blipFill>
        <p:spPr bwMode="auto">
          <a:xfrm>
            <a:off x="0" y="0"/>
            <a:ext cx="12192000" cy="6858000"/>
          </a:xfrm>
          <a:prstGeom prst="rect">
            <a:avLst/>
          </a:prstGeom>
        </p:spPr>
      </p:pic>
      <p:sp>
        <p:nvSpPr>
          <p:cNvPr id="1359616857" name="TextBox 2"/>
          <p:cNvSpPr txBox="1"/>
          <p:nvPr/>
        </p:nvSpPr>
        <p:spPr bwMode="auto">
          <a:xfrm>
            <a:off x="1274685" y="2458352"/>
            <a:ext cx="10731419" cy="1846659"/>
          </a:xfrm>
          <a:prstGeom prst="rect">
            <a:avLst/>
          </a:prstGeom>
          <a:noFill/>
        </p:spPr>
        <p:txBody>
          <a:bodyPr wrap="square" lIns="0" tIns="0" rIns="0" bIns="0" anchor="t">
            <a:spAutoFit/>
          </a:bodyPr>
          <a:lstStyle/>
          <a:p>
            <a:pPr algn="ctr">
              <a:defRPr/>
            </a:pPr>
            <a:r>
              <a:rPr sz="4000" b="1">
                <a:latin typeface="Montserrat"/>
              </a:rPr>
              <a:t>Real-Time Banking Transaction Analytics &amp; Anomaly Monitoring Platform</a:t>
            </a:r>
            <a:endParaRPr/>
          </a:p>
        </p:txBody>
      </p:sp>
      <p:sp>
        <p:nvSpPr>
          <p:cNvPr id="215846398" name="TextBox 3"/>
          <p:cNvSpPr txBox="1"/>
          <p:nvPr/>
        </p:nvSpPr>
        <p:spPr bwMode="auto">
          <a:xfrm>
            <a:off x="1219199" y="3874739"/>
            <a:ext cx="10211879" cy="384080"/>
          </a:xfrm>
          <a:prstGeom prst="rect">
            <a:avLst/>
          </a:prstGeom>
          <a:noFill/>
        </p:spPr>
        <p:txBody>
          <a:bodyPr wrap="square" lIns="0" tIns="0" rIns="0" bIns="0" anchor="t">
            <a:spAutoFit/>
          </a:bodyPr>
          <a:lstStyle/>
          <a:p>
            <a:pPr algn="ctr">
              <a:lnSpc>
                <a:spcPts val="3359"/>
              </a:lnSpc>
              <a:defRPr/>
            </a:pPr>
            <a:endParaRPr>
              <a:latin typeface="Montserrat"/>
            </a:endParaRPr>
          </a:p>
        </p:txBody>
      </p:sp>
      <p:sp>
        <p:nvSpPr>
          <p:cNvPr id="1738550049" name="TextBox 1418755262"/>
          <p:cNvSpPr txBox="1"/>
          <p:nvPr/>
        </p:nvSpPr>
        <p:spPr bwMode="auto">
          <a:xfrm>
            <a:off x="4731783" y="701978"/>
            <a:ext cx="3377083" cy="366120"/>
          </a:xfrm>
          <a:prstGeom prst="rect">
            <a:avLst/>
          </a:prstGeom>
          <a:noFill/>
        </p:spPr>
        <p:txBody>
          <a:bodyPr vertOverflow="overflow" horzOverflow="overflow" vert="horz" wrap="square" lIns="91440" tIns="45720" rIns="91440" bIns="45720" numCol="1" spcCol="0" rtlCol="0" fromWordArt="0" anchor="t" anchorCtr="0" forceAA="0" compatLnSpc="0">
            <a:spAutoFit/>
          </a:bodyPr>
          <a:lstStyle/>
          <a:p>
            <a:pPr algn="ctr">
              <a:defRPr/>
            </a:pPr>
            <a:r>
              <a:rPr>
                <a:latin typeface="Montserrat"/>
              </a:rPr>
              <a:t>Project Review - 2</a:t>
            </a:r>
            <a:endParaRPr/>
          </a:p>
        </p:txBody>
      </p:sp>
      <p:sp>
        <p:nvSpPr>
          <p:cNvPr id="240407764" name="TextBox 1498718319"/>
          <p:cNvSpPr txBox="1"/>
          <p:nvPr/>
        </p:nvSpPr>
        <p:spPr bwMode="auto">
          <a:xfrm>
            <a:off x="4684370" y="1092574"/>
            <a:ext cx="3471192" cy="373757"/>
          </a:xfrm>
          <a:prstGeom prst="rect">
            <a:avLst/>
          </a:prstGeom>
          <a:noFill/>
        </p:spPr>
        <p:txBody>
          <a:bodyPr vertOverflow="overflow" horzOverflow="overflow" vert="horz" wrap="square" lIns="91440" tIns="45720" rIns="91440" bIns="45720" numCol="1" spcCol="0" rtlCol="0" fromWordArt="0" anchor="t" anchorCtr="0" forceAA="0" compatLnSpc="0">
            <a:spAutoFit/>
          </a:bodyPr>
          <a:lstStyle/>
          <a:p>
            <a:pPr algn="ctr">
              <a:defRPr/>
            </a:pPr>
            <a:r>
              <a:rPr>
                <a:latin typeface="Montserrat"/>
              </a:rPr>
              <a:t>Course Code - 24DEA3101</a:t>
            </a:r>
            <a:endParaRPr/>
          </a:p>
        </p:txBody>
      </p:sp>
      <p:sp>
        <p:nvSpPr>
          <p:cNvPr id="301923422" name="TextBox 1693129719"/>
          <p:cNvSpPr txBox="1"/>
          <p:nvPr/>
        </p:nvSpPr>
        <p:spPr bwMode="auto">
          <a:xfrm>
            <a:off x="2906100" y="4547400"/>
            <a:ext cx="7260209" cy="1218026"/>
          </a:xfrm>
          <a:prstGeom prst="rect">
            <a:avLst/>
          </a:prstGeom>
          <a:noFill/>
        </p:spPr>
        <p:txBody>
          <a:bodyPr vertOverflow="overflow" horzOverflow="overflow" vert="horz" wrap="square" lIns="91440" tIns="45720" rIns="91440" bIns="45720" numCol="1" spcCol="0" rtlCol="0" fromWordArt="0" anchor="t" anchorCtr="0" forceAA="0" compatLnSpc="0">
            <a:spAutoFit/>
          </a:bodyPr>
          <a:lstStyle/>
          <a:p>
            <a:pPr algn="ctr">
              <a:defRPr/>
            </a:pPr>
            <a:r>
              <a:rPr>
                <a:latin typeface="Montserrat"/>
              </a:rPr>
              <a:t>FDE TEAM 21</a:t>
            </a:r>
            <a:endParaRPr/>
          </a:p>
          <a:p>
            <a:pPr algn="ctr">
              <a:defRPr/>
            </a:pPr>
            <a:r>
              <a:rPr>
                <a:latin typeface="Montserrat"/>
              </a:rPr>
              <a:t>B Raghu Nandan - 2420030058</a:t>
            </a:r>
            <a:endParaRPr/>
          </a:p>
          <a:p>
            <a:pPr algn="ctr">
              <a:defRPr/>
            </a:pPr>
            <a:r>
              <a:rPr>
                <a:latin typeface="Montserrat"/>
              </a:rPr>
              <a:t>C Pravin Sai - 2420030777</a:t>
            </a:r>
            <a:endParaRPr/>
          </a:p>
          <a:p>
            <a:pPr algn="ctr">
              <a:defRPr/>
            </a:pPr>
            <a:r>
              <a:rPr>
                <a:latin typeface="Montserrat"/>
              </a:rPr>
              <a:t>J Hemanth - 2420039805</a:t>
            </a:r>
            <a:endParaRPr/>
          </a:p>
        </p:txBody>
      </p:sp>
      <p:sp>
        <p:nvSpPr>
          <p:cNvPr id="2075348049" name="TextBox 1921049423"/>
          <p:cNvSpPr txBox="1"/>
          <p:nvPr/>
        </p:nvSpPr>
        <p:spPr bwMode="auto">
          <a:xfrm>
            <a:off x="4731784" y="1395739"/>
            <a:ext cx="3376364" cy="655179"/>
          </a:xfrm>
          <a:prstGeom prst="rect">
            <a:avLst/>
          </a:prstGeom>
          <a:noFill/>
        </p:spPr>
        <p:txBody>
          <a:bodyPr vertOverflow="overflow" horzOverflow="overflow" vert="horz" wrap="square" lIns="91440" tIns="45720" rIns="91440" bIns="45720" numCol="1" spcCol="0" rtlCol="0" fromWordArt="0" anchor="t" anchorCtr="0" forceAA="0" compatLnSpc="0">
            <a:spAutoFit/>
          </a:bodyPr>
          <a:lstStyle/>
          <a:p>
            <a:pPr algn="ctr">
              <a:defRPr/>
            </a:pPr>
            <a:r>
              <a:rPr>
                <a:latin typeface="Montserrat"/>
              </a:rPr>
              <a:t>Faculty : Dr. N. Shirisha </a:t>
            </a:r>
            <a:endParaRPr/>
          </a:p>
          <a:p>
            <a:pPr algn="ctr">
              <a:defRPr/>
            </a:pPr>
            <a:r>
              <a:rPr>
                <a:latin typeface="Montserrat"/>
              </a:rPr>
              <a:t>Associate Professor</a:t>
            </a: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PhAnim="0">
  <p:cSld>
    <p:bg>
      <p:bgPr>
        <a:solidFill>
          <a:srgbClr val="FFFFFF"/>
        </a:solidFill>
        <a:effectLst/>
      </p:bgPr>
    </p:bg>
    <p:spTree>
      <p:nvGrpSpPr>
        <p:cNvPr id="1" name=""/>
        <p:cNvGrpSpPr/>
        <p:nvPr/>
      </p:nvGrpSpPr>
      <p:grpSpPr bwMode="auto">
        <a:xfrm>
          <a:off x="0" y="0"/>
          <a:ext cx="0" cy="0"/>
          <a:chOff x="0" y="0"/>
          <a:chExt cx="0" cy="0"/>
        </a:xfrm>
      </p:grpSpPr>
      <p:sp>
        <p:nvSpPr>
          <p:cNvPr id="1454979347" name="TextBox 2"/>
          <p:cNvSpPr txBox="1"/>
          <p:nvPr/>
        </p:nvSpPr>
        <p:spPr bwMode="auto">
          <a:xfrm>
            <a:off x="670560" y="254842"/>
            <a:ext cx="11201400" cy="615553"/>
          </a:xfrm>
          <a:prstGeom prst="rect">
            <a:avLst/>
          </a:prstGeom>
          <a:noFill/>
        </p:spPr>
        <p:txBody>
          <a:bodyPr wrap="square" lIns="0" tIns="0" rIns="0" bIns="0" anchor="t">
            <a:spAutoFit/>
          </a:bodyPr>
          <a:lstStyle/>
          <a:p>
            <a:pPr>
              <a:defRPr/>
            </a:pPr>
            <a:r>
              <a:rPr sz="4000" b="1">
                <a:latin typeface="Montserrat"/>
              </a:rPr>
              <a:t>Project Abstract</a:t>
            </a:r>
            <a:endParaRPr/>
          </a:p>
        </p:txBody>
      </p:sp>
      <p:sp>
        <p:nvSpPr>
          <p:cNvPr id="1380843219" name="Rectangle 3"/>
          <p:cNvSpPr/>
          <p:nvPr/>
        </p:nvSpPr>
        <p:spPr bwMode="auto">
          <a:xfrm>
            <a:off x="670560" y="1084042"/>
            <a:ext cx="10668000" cy="28575"/>
          </a:xfrm>
          <a:prstGeom prst="rect">
            <a:avLst/>
          </a:prstGeom>
          <a:solidFill>
            <a:srgbClr val="4338C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latin typeface="Montserrat"/>
            </a:endParaRPr>
          </a:p>
        </p:txBody>
      </p:sp>
      <p:sp>
        <p:nvSpPr>
          <p:cNvPr id="1542216646" name="TextBox 4"/>
          <p:cNvSpPr txBox="1"/>
          <p:nvPr/>
        </p:nvSpPr>
        <p:spPr bwMode="auto">
          <a:xfrm>
            <a:off x="670561" y="1344750"/>
            <a:ext cx="10668000" cy="4924425"/>
          </a:xfrm>
          <a:prstGeom prst="rect">
            <a:avLst/>
          </a:prstGeom>
          <a:noFill/>
        </p:spPr>
        <p:txBody>
          <a:bodyPr wrap="square" lIns="0" tIns="0" rIns="0" bIns="0" anchor="t">
            <a:spAutoFit/>
          </a:bodyPr>
          <a:lstStyle/>
          <a:p>
            <a:pPr algn="just">
              <a:defRPr/>
            </a:pPr>
            <a:r>
              <a:rPr sz="1600" dirty="0">
                <a:latin typeface="Montserrat"/>
              </a:rPr>
              <a:t>This project focuses on building a scalable and fault-tolerant Real-Time Banking Transaction Analytics Pipeline that can ingest, process, and analyze live banking transaction data.</a:t>
            </a:r>
            <a:endParaRPr dirty="0"/>
          </a:p>
          <a:p>
            <a:pPr algn="just">
              <a:defRPr/>
            </a:pPr>
            <a:endParaRPr sz="1600" dirty="0">
              <a:latin typeface="Montserrat"/>
            </a:endParaRPr>
          </a:p>
          <a:p>
            <a:pPr algn="just">
              <a:defRPr/>
            </a:pPr>
            <a:r>
              <a:rPr sz="1600" dirty="0">
                <a:latin typeface="Montserrat"/>
              </a:rPr>
              <a:t>The system follows a Medallion Architecture, using Apache Kafka for continuous transaction ingestion and </a:t>
            </a:r>
            <a:r>
              <a:rPr sz="1600" dirty="0" err="1">
                <a:latin typeface="Montserrat"/>
              </a:rPr>
              <a:t>PySpark</a:t>
            </a:r>
            <a:r>
              <a:rPr sz="1600" dirty="0">
                <a:latin typeface="Montserrat"/>
              </a:rPr>
              <a:t> Structured Streaming for real-time data processing, validation, transformation, and anomaly monitoring.</a:t>
            </a:r>
            <a:endParaRPr dirty="0"/>
          </a:p>
          <a:p>
            <a:pPr algn="just">
              <a:defRPr/>
            </a:pPr>
            <a:endParaRPr sz="1600" dirty="0">
              <a:latin typeface="Montserrat"/>
            </a:endParaRPr>
          </a:p>
          <a:p>
            <a:pPr algn="just">
              <a:defRPr/>
            </a:pPr>
            <a:r>
              <a:rPr sz="1600" dirty="0">
                <a:latin typeface="Montserrat"/>
              </a:rPr>
              <a:t>To maintain data quality and prevent processing failures, the pipeline includes a Quarantine Layer that automatically separates malformed or invalid transactions. It also monitors unusual transaction patterns such as sudden increases in transaction frequency or value to help identify potential anomalous activity at an early stage.</a:t>
            </a:r>
            <a:endParaRPr dirty="0"/>
          </a:p>
          <a:p>
            <a:pPr algn="just">
              <a:defRPr/>
            </a:pPr>
            <a:endParaRPr sz="1600" dirty="0">
              <a:latin typeface="Montserrat"/>
            </a:endParaRPr>
          </a:p>
          <a:p>
            <a:pPr algn="just">
              <a:defRPr/>
            </a:pPr>
            <a:r>
              <a:rPr sz="1600" dirty="0">
                <a:latin typeface="Montserrat"/>
              </a:rPr>
              <a:t>The processed data moves through the Bronze and Silver layers before being stored in Delta Lake, which provides reliable and ACID-compliant data storage. Apache Airflow then manages the transformation of cleaned data into a Star Schema in the SQLite Gold layer.</a:t>
            </a:r>
            <a:endParaRPr dirty="0"/>
          </a:p>
          <a:p>
            <a:pPr algn="just">
              <a:defRPr/>
            </a:pPr>
            <a:endParaRPr sz="1600" dirty="0">
              <a:latin typeface="Montserrat"/>
            </a:endParaRPr>
          </a:p>
          <a:p>
            <a:pPr algn="just">
              <a:defRPr/>
            </a:pPr>
            <a:r>
              <a:rPr sz="1600" dirty="0">
                <a:latin typeface="Montserrat"/>
              </a:rPr>
              <a:t>Finally, the processed data is presented through interactive Power BI dashboards, providing important business insights such as transaction volume, transaction value, failed transactions, anomaly indicators, and transaction trends. This helps financial organizations understand transaction behavior and make faster, data-driven decisions.</a:t>
            </a:r>
            <a:endParaRPr dirty="0"/>
          </a:p>
        </p:txBody>
      </p:sp>
      <p:sp>
        <p:nvSpPr>
          <p:cNvPr id="520821580" name="TextBox 5"/>
          <p:cNvSpPr txBox="1"/>
          <p:nvPr/>
        </p:nvSpPr>
        <p:spPr bwMode="auto">
          <a:xfrm>
            <a:off x="1143000" y="3394917"/>
            <a:ext cx="10287720" cy="335989"/>
          </a:xfrm>
          <a:prstGeom prst="rect">
            <a:avLst/>
          </a:prstGeom>
          <a:noFill/>
        </p:spPr>
        <p:txBody>
          <a:bodyPr wrap="square" lIns="0" tIns="0" rIns="0" bIns="0" anchor="t">
            <a:spAutoFit/>
          </a:bodyPr>
          <a:lstStyle/>
          <a:p>
            <a:pPr algn="l">
              <a:lnSpc>
                <a:spcPts val="2879"/>
              </a:lnSpc>
              <a:defRPr/>
            </a:pPr>
            <a:endParaRPr>
              <a:latin typeface="Montserrat"/>
            </a:endParaRPr>
          </a:p>
        </p:txBody>
      </p:sp>
      <p:sp>
        <p:nvSpPr>
          <p:cNvPr id="1559424620" name="TextBox 6"/>
          <p:cNvSpPr txBox="1"/>
          <p:nvPr/>
        </p:nvSpPr>
        <p:spPr bwMode="auto">
          <a:xfrm>
            <a:off x="1143000" y="4364383"/>
            <a:ext cx="10287360" cy="335989"/>
          </a:xfrm>
          <a:prstGeom prst="rect">
            <a:avLst/>
          </a:prstGeom>
          <a:noFill/>
        </p:spPr>
        <p:txBody>
          <a:bodyPr wrap="square" lIns="0" tIns="0" rIns="0" bIns="0" anchor="t">
            <a:spAutoFit/>
          </a:bodyPr>
          <a:lstStyle/>
          <a:p>
            <a:pPr algn="l">
              <a:lnSpc>
                <a:spcPts val="2879"/>
              </a:lnSpc>
              <a:defRPr/>
            </a:pPr>
            <a:endParaRPr>
              <a:latin typeface="Montserrat"/>
            </a:endParaRPr>
          </a:p>
        </p:txBody>
      </p:sp>
      <p:sp>
        <p:nvSpPr>
          <p:cNvPr id="2033423197" name="TextBox 7"/>
          <p:cNvSpPr txBox="1"/>
          <p:nvPr/>
        </p:nvSpPr>
        <p:spPr bwMode="auto">
          <a:xfrm>
            <a:off x="1143000" y="5333850"/>
            <a:ext cx="10287720" cy="335989"/>
          </a:xfrm>
          <a:prstGeom prst="rect">
            <a:avLst/>
          </a:prstGeom>
          <a:noFill/>
        </p:spPr>
        <p:txBody>
          <a:bodyPr wrap="square" lIns="0" tIns="0" rIns="0" bIns="0" anchor="t">
            <a:spAutoFit/>
          </a:bodyPr>
          <a:lstStyle/>
          <a:p>
            <a:pPr algn="l">
              <a:lnSpc>
                <a:spcPts val="2879"/>
              </a:lnSpc>
              <a:defRPr/>
            </a:pPr>
            <a:endParaRPr>
              <a:latin typeface="Montserrat"/>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1266179717" name="TextBox 1908527671"/>
          <p:cNvSpPr txBox="1"/>
          <p:nvPr/>
        </p:nvSpPr>
        <p:spPr bwMode="auto">
          <a:xfrm>
            <a:off x="710552" y="255864"/>
            <a:ext cx="4267388" cy="717632"/>
          </a:xfrm>
          <a:prstGeom prst="rect">
            <a:avLst/>
          </a:prstGeom>
          <a:noFill/>
        </p:spPr>
        <p:txBody>
          <a:bodyPr vertOverflow="overflow" horzOverflow="overflow" vert="horz" wrap="square" lIns="91440" tIns="45720" rIns="91440" bIns="45720" numCol="1" spcCol="0" rtlCol="0" fromWordArt="0" anchor="t" anchorCtr="0" forceAA="0" compatLnSpc="0">
            <a:spAutoFit/>
          </a:bodyPr>
          <a:lstStyle/>
          <a:p>
            <a:pPr>
              <a:defRPr/>
            </a:pPr>
            <a:r>
              <a:rPr sz="4000" b="1">
                <a:latin typeface="Montserrat"/>
              </a:rPr>
              <a:t>Introduction</a:t>
            </a:r>
            <a:endParaRPr/>
          </a:p>
        </p:txBody>
      </p:sp>
      <p:sp>
        <p:nvSpPr>
          <p:cNvPr id="1203872855" name="TextBox 1967087"/>
          <p:cNvSpPr txBox="1"/>
          <p:nvPr/>
        </p:nvSpPr>
        <p:spPr bwMode="auto">
          <a:xfrm>
            <a:off x="670560" y="1500096"/>
            <a:ext cx="10668000" cy="3844322"/>
          </a:xfrm>
          <a:prstGeom prst="rect">
            <a:avLst/>
          </a:prstGeom>
          <a:noFill/>
        </p:spPr>
        <p:txBody>
          <a:bodyPr vertOverflow="overflow" horzOverflow="overflow" vert="horz" wrap="square" lIns="91440" tIns="45720" rIns="91440" bIns="45720" numCol="1" spcCol="0" rtlCol="0" fromWordArt="0" anchor="t" anchorCtr="0" forceAA="0" compatLnSpc="0">
            <a:spAutoFit/>
          </a:bodyPr>
          <a:lstStyle/>
          <a:p>
            <a:pPr algn="just">
              <a:defRPr/>
            </a:pPr>
            <a:r>
              <a:rPr sz="1600">
                <a:latin typeface="Montserrat"/>
              </a:rPr>
              <a:t>Digital banking platforms generate a continuous stream of transaction data through activities such as online payments, money transfers, ATM withdrawals, deposits, and bill payments. Processing this data in real time is important for monitoring transaction behavior, improving business decisions, and identifying unusual activity.</a:t>
            </a:r>
            <a:endParaRPr/>
          </a:p>
          <a:p>
            <a:pPr algn="just">
              <a:defRPr/>
            </a:pPr>
            <a:endParaRPr sz="1600">
              <a:latin typeface="Montserrat"/>
            </a:endParaRPr>
          </a:p>
          <a:p>
            <a:pPr algn="just">
              <a:defRPr/>
            </a:pPr>
            <a:r>
              <a:rPr sz="1600">
                <a:latin typeface="Montserrat"/>
              </a:rPr>
              <a:t>This project develops a Real-Time Banking Transaction Analytics Pipeline that captures and processes live transaction data using Apache Kafka and PySpark Structured Streaming. The system follows a Medallion Architecture to organize and progressively improve the quality of data.</a:t>
            </a:r>
            <a:endParaRPr/>
          </a:p>
          <a:p>
            <a:pPr algn="just">
              <a:defRPr/>
            </a:pPr>
            <a:endParaRPr sz="1600">
              <a:latin typeface="Montserrat"/>
            </a:endParaRPr>
          </a:p>
          <a:p>
            <a:pPr algn="just">
              <a:defRPr/>
            </a:pPr>
            <a:r>
              <a:rPr sz="1600">
                <a:latin typeface="Montserrat"/>
              </a:rPr>
              <a:t>The pipeline also includes fault-tolerant data handling, anomaly monitoring, and automated workflow management using Apache Airflow. The processed data is stored in Delta Lake and SQLite, and the final insights are presented through Power BI dashboards.</a:t>
            </a:r>
            <a:endParaRPr/>
          </a:p>
          <a:p>
            <a:pPr algn="just">
              <a:defRPr/>
            </a:pPr>
            <a:endParaRPr sz="1600">
              <a:latin typeface="Montserrat"/>
            </a:endParaRPr>
          </a:p>
          <a:p>
            <a:pPr algn="just">
              <a:defRPr/>
            </a:pPr>
            <a:r>
              <a:rPr sz="1600">
                <a:latin typeface="Montserrat"/>
              </a:rPr>
              <a:t>The overall goal is to transform raw, real-time banking transactions into reliable and actionable business intelligence.</a:t>
            </a:r>
            <a:endParaRPr/>
          </a:p>
        </p:txBody>
      </p:sp>
      <p:sp>
        <p:nvSpPr>
          <p:cNvPr id="587607688" name="Rectangle 3"/>
          <p:cNvSpPr/>
          <p:nvPr/>
        </p:nvSpPr>
        <p:spPr bwMode="auto">
          <a:xfrm>
            <a:off x="670560" y="1084042"/>
            <a:ext cx="10668000" cy="28575"/>
          </a:xfrm>
          <a:prstGeom prst="rect">
            <a:avLst/>
          </a:prstGeom>
          <a:solidFill>
            <a:srgbClr val="4338C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latin typeface="Montserrat"/>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PhAnim="0">
  <p:cSld>
    <p:bg>
      <p:bgPr>
        <a:solidFill>
          <a:srgbClr val="FFFFFF"/>
        </a:solidFill>
        <a:effectLst/>
      </p:bgPr>
    </p:bg>
    <p:spTree>
      <p:nvGrpSpPr>
        <p:cNvPr id="1" name=""/>
        <p:cNvGrpSpPr/>
        <p:nvPr/>
      </p:nvGrpSpPr>
      <p:grpSpPr bwMode="auto">
        <a:xfrm>
          <a:off x="0" y="0"/>
          <a:ext cx="0" cy="0"/>
          <a:chOff x="0" y="0"/>
          <a:chExt cx="0" cy="0"/>
        </a:xfrm>
      </p:grpSpPr>
      <p:sp>
        <p:nvSpPr>
          <p:cNvPr id="878604334" name="TextBox 739767261"/>
          <p:cNvSpPr txBox="1"/>
          <p:nvPr/>
        </p:nvSpPr>
        <p:spPr bwMode="auto">
          <a:xfrm>
            <a:off x="588264" y="182512"/>
            <a:ext cx="8554747" cy="717632"/>
          </a:xfrm>
          <a:prstGeom prst="rect">
            <a:avLst/>
          </a:prstGeom>
          <a:noFill/>
        </p:spPr>
        <p:txBody>
          <a:bodyPr vertOverflow="overflow" horzOverflow="overflow" vert="horz" wrap="square" lIns="91440" tIns="45720" rIns="91440" bIns="45720" numCol="1" spcCol="0" rtlCol="0" fromWordArt="0" anchor="t" anchorCtr="0" forceAA="0" compatLnSpc="0">
            <a:spAutoFit/>
          </a:bodyPr>
          <a:lstStyle/>
          <a:p>
            <a:pPr>
              <a:defRPr/>
            </a:pPr>
            <a:r>
              <a:rPr sz="4000" b="1">
                <a:latin typeface="Montserrat"/>
              </a:rPr>
              <a:t>Tech Stack</a:t>
            </a:r>
            <a:endParaRPr/>
          </a:p>
        </p:txBody>
      </p:sp>
      <p:sp>
        <p:nvSpPr>
          <p:cNvPr id="565621836" name="TextBox 285006525"/>
          <p:cNvSpPr txBox="1"/>
          <p:nvPr/>
        </p:nvSpPr>
        <p:spPr bwMode="auto">
          <a:xfrm>
            <a:off x="588264" y="1289387"/>
            <a:ext cx="10668000" cy="5094985"/>
          </a:xfrm>
          <a:prstGeom prst="rect">
            <a:avLst/>
          </a:prstGeom>
          <a:noFill/>
        </p:spPr>
        <p:txBody>
          <a:bodyPr vertOverflow="overflow" horzOverflow="overflow" vert="horz" wrap="square" lIns="91440" tIns="45720" rIns="91440" bIns="45720" numCol="1" spcCol="0" rtlCol="0" fromWordArt="0" anchor="t" anchorCtr="0" forceAA="0" compatLnSpc="0">
            <a:spAutoFit/>
          </a:bodyPr>
          <a:lstStyle/>
          <a:p>
            <a:pPr algn="just">
              <a:defRPr/>
            </a:pPr>
            <a:r>
              <a:rPr sz="1600" b="1" u="sng" dirty="0">
                <a:latin typeface="Montserrat"/>
              </a:rPr>
              <a:t>Data Generation &amp; Ingestion</a:t>
            </a:r>
            <a:endParaRPr dirty="0"/>
          </a:p>
          <a:p>
            <a:pPr algn="just">
              <a:defRPr/>
            </a:pPr>
            <a:r>
              <a:rPr sz="1600" b="1" dirty="0">
                <a:latin typeface="Montserrat"/>
              </a:rPr>
              <a:t>Python</a:t>
            </a:r>
            <a:r>
              <a:rPr sz="1600" dirty="0">
                <a:latin typeface="Montserrat"/>
              </a:rPr>
              <a:t>: Generates continuous banking transaction events such as transfers, online payments, ATM withdrawals, deposits, and bill payments.</a:t>
            </a:r>
            <a:endParaRPr dirty="0"/>
          </a:p>
          <a:p>
            <a:pPr algn="just">
              <a:defRPr/>
            </a:pPr>
            <a:r>
              <a:rPr sz="1600" b="1" dirty="0">
                <a:latin typeface="Montserrat"/>
              </a:rPr>
              <a:t>Apache Kafka</a:t>
            </a:r>
            <a:r>
              <a:rPr sz="1600" dirty="0">
                <a:latin typeface="Montserrat"/>
              </a:rPr>
              <a:t>: Handles high-volume real-time transaction streaming and reliably transfers data to the processing layer.</a:t>
            </a:r>
            <a:endParaRPr dirty="0"/>
          </a:p>
          <a:p>
            <a:pPr algn="just">
              <a:defRPr/>
            </a:pPr>
            <a:endParaRPr sz="1600" dirty="0">
              <a:latin typeface="Montserrat"/>
            </a:endParaRPr>
          </a:p>
          <a:p>
            <a:pPr algn="just">
              <a:defRPr/>
            </a:pPr>
            <a:r>
              <a:rPr sz="1600" b="1" u="sng" dirty="0">
                <a:latin typeface="Montserrat"/>
              </a:rPr>
              <a:t>Data Processing &amp; Storage</a:t>
            </a:r>
            <a:endParaRPr dirty="0"/>
          </a:p>
          <a:p>
            <a:pPr algn="just">
              <a:defRPr/>
            </a:pPr>
            <a:r>
              <a:rPr sz="1600" b="1" dirty="0" err="1">
                <a:latin typeface="Montserrat"/>
              </a:rPr>
              <a:t>PySpark</a:t>
            </a:r>
            <a:r>
              <a:rPr sz="1600" b="1" dirty="0">
                <a:latin typeface="Montserrat"/>
              </a:rPr>
              <a:t> Structured Streaming</a:t>
            </a:r>
            <a:r>
              <a:rPr sz="1600" dirty="0">
                <a:latin typeface="Montserrat"/>
              </a:rPr>
              <a:t>: Processes Kafka streams, validates transactions, handles invalid records, performs transformations, and monitors transaction patterns.</a:t>
            </a:r>
            <a:endParaRPr dirty="0"/>
          </a:p>
          <a:p>
            <a:pPr algn="just">
              <a:defRPr/>
            </a:pPr>
            <a:r>
              <a:rPr sz="1600" b="1" dirty="0">
                <a:latin typeface="Montserrat"/>
              </a:rPr>
              <a:t>Delta Lake</a:t>
            </a:r>
            <a:r>
              <a:rPr sz="1600" dirty="0">
                <a:latin typeface="Montserrat"/>
              </a:rPr>
              <a:t>: Provides scalable and ACID-compliant storage for the Bronze and Silver layers.</a:t>
            </a:r>
            <a:endParaRPr dirty="0"/>
          </a:p>
          <a:p>
            <a:pPr algn="just">
              <a:defRPr/>
            </a:pPr>
            <a:r>
              <a:rPr sz="1600" b="1" dirty="0">
                <a:latin typeface="Montserrat"/>
              </a:rPr>
              <a:t>SQLite</a:t>
            </a:r>
            <a:r>
              <a:rPr sz="1600" dirty="0">
                <a:latin typeface="Montserrat"/>
              </a:rPr>
              <a:t>: Stores the refined Gold layer data for efficient querying and analysis.</a:t>
            </a:r>
            <a:endParaRPr dirty="0"/>
          </a:p>
          <a:p>
            <a:pPr algn="just">
              <a:defRPr/>
            </a:pPr>
            <a:endParaRPr sz="1600" dirty="0">
              <a:latin typeface="Montserrat"/>
            </a:endParaRPr>
          </a:p>
          <a:p>
            <a:pPr algn="just">
              <a:defRPr/>
            </a:pPr>
            <a:r>
              <a:rPr sz="1600" b="1" u="sng" dirty="0">
                <a:latin typeface="Montserrat"/>
              </a:rPr>
              <a:t>Orchestration &amp; Visualization</a:t>
            </a:r>
            <a:endParaRPr dirty="0"/>
          </a:p>
          <a:p>
            <a:pPr algn="just">
              <a:defRPr/>
            </a:pPr>
            <a:r>
              <a:rPr sz="1600" b="1" dirty="0">
                <a:latin typeface="Montserrat"/>
              </a:rPr>
              <a:t>Apache Airflow</a:t>
            </a:r>
            <a:r>
              <a:rPr sz="1600" dirty="0">
                <a:latin typeface="Montserrat"/>
              </a:rPr>
              <a:t>: Automates and manages workflows for transforming Silver layer data into Gold layer business metrics.</a:t>
            </a:r>
            <a:endParaRPr dirty="0"/>
          </a:p>
          <a:p>
            <a:pPr algn="just">
              <a:defRPr/>
            </a:pPr>
            <a:r>
              <a:rPr sz="1600" b="1" dirty="0">
                <a:latin typeface="Montserrat"/>
              </a:rPr>
              <a:t>Power</a:t>
            </a:r>
            <a:r>
              <a:rPr sz="1600" dirty="0">
                <a:latin typeface="Montserrat"/>
              </a:rPr>
              <a:t> </a:t>
            </a:r>
            <a:r>
              <a:rPr sz="1600" b="1" dirty="0">
                <a:latin typeface="Montserrat"/>
              </a:rPr>
              <a:t>BI</a:t>
            </a:r>
            <a:r>
              <a:rPr sz="1600" dirty="0">
                <a:latin typeface="Montserrat"/>
              </a:rPr>
              <a:t>: Creates interactive dashboards for visualizing transaction volume, transaction value, failed transactions, anomalies, and trends.</a:t>
            </a:r>
            <a:endParaRPr dirty="0"/>
          </a:p>
          <a:p>
            <a:pPr algn="just">
              <a:defRPr/>
            </a:pPr>
            <a:endParaRPr sz="1600" dirty="0">
              <a:latin typeface="Montserrat"/>
            </a:endParaRPr>
          </a:p>
          <a:p>
            <a:pPr algn="just">
              <a:defRPr/>
            </a:pPr>
            <a:r>
              <a:rPr sz="1600" b="1" u="sng" dirty="0">
                <a:latin typeface="Montserrat"/>
              </a:rPr>
              <a:t>Architecture</a:t>
            </a:r>
            <a:endParaRPr dirty="0"/>
          </a:p>
          <a:p>
            <a:pPr algn="just">
              <a:defRPr/>
            </a:pPr>
            <a:r>
              <a:rPr sz="1600" b="1" dirty="0">
                <a:latin typeface="Montserrat"/>
              </a:rPr>
              <a:t>Python → Apache Kafka → </a:t>
            </a:r>
            <a:r>
              <a:rPr sz="1600" b="1" dirty="0" err="1">
                <a:latin typeface="Montserrat"/>
              </a:rPr>
              <a:t>PySpark</a:t>
            </a:r>
            <a:r>
              <a:rPr sz="1600" b="1" dirty="0">
                <a:latin typeface="Montserrat"/>
              </a:rPr>
              <a:t> → Delta Lake → Apache Airflow → SQLite → Power BI</a:t>
            </a:r>
            <a:endParaRPr dirty="0"/>
          </a:p>
        </p:txBody>
      </p:sp>
      <p:sp>
        <p:nvSpPr>
          <p:cNvPr id="438249054" name="Rectangle 3"/>
          <p:cNvSpPr/>
          <p:nvPr/>
        </p:nvSpPr>
        <p:spPr bwMode="auto">
          <a:xfrm>
            <a:off x="670560" y="1084042"/>
            <a:ext cx="10668000" cy="28575"/>
          </a:xfrm>
          <a:prstGeom prst="rect">
            <a:avLst/>
          </a:prstGeom>
          <a:solidFill>
            <a:srgbClr val="4338C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latin typeface="Montserrat"/>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PhAnim="0">
  <p:cSld>
    <p:bg>
      <p:bgPr>
        <a:solidFill>
          <a:srgbClr val="FFFFFF"/>
        </a:solidFill>
        <a:effectLst/>
      </p:bgPr>
    </p:bg>
    <p:spTree>
      <p:nvGrpSpPr>
        <p:cNvPr id="1" name=""/>
        <p:cNvGrpSpPr/>
        <p:nvPr/>
      </p:nvGrpSpPr>
      <p:grpSpPr bwMode="auto">
        <a:xfrm>
          <a:off x="0" y="0"/>
          <a:ext cx="0" cy="0"/>
          <a:chOff x="0" y="0"/>
          <a:chExt cx="0" cy="0"/>
        </a:xfrm>
      </p:grpSpPr>
      <p:sp>
        <p:nvSpPr>
          <p:cNvPr id="1477985733" name="TextBox 3"/>
          <p:cNvSpPr txBox="1"/>
          <p:nvPr/>
        </p:nvSpPr>
        <p:spPr bwMode="auto">
          <a:xfrm>
            <a:off x="670559" y="240990"/>
            <a:ext cx="11203919" cy="609959"/>
          </a:xfrm>
          <a:prstGeom prst="rect">
            <a:avLst/>
          </a:prstGeom>
          <a:noFill/>
        </p:spPr>
        <p:txBody>
          <a:bodyPr wrap="square" lIns="0" tIns="0" rIns="0" bIns="0" anchor="t">
            <a:spAutoFit/>
          </a:bodyPr>
          <a:lstStyle/>
          <a:p>
            <a:pPr>
              <a:defRPr/>
            </a:pPr>
            <a:r>
              <a:rPr sz="4000" b="0" i="0" u="none">
                <a:solidFill>
                  <a:srgbClr val="000000"/>
                </a:solidFill>
                <a:latin typeface="Montserrat"/>
                <a:ea typeface="Montserrat"/>
                <a:cs typeface="Montserrat"/>
              </a:rPr>
              <a:t>Objectives</a:t>
            </a:r>
            <a:endParaRPr sz="4000">
              <a:latin typeface="Montserrat"/>
              <a:cs typeface="Montserrat"/>
            </a:endParaRPr>
          </a:p>
        </p:txBody>
      </p:sp>
      <p:sp>
        <p:nvSpPr>
          <p:cNvPr id="1301943628" name="TextBox 5"/>
          <p:cNvSpPr txBox="1"/>
          <p:nvPr/>
        </p:nvSpPr>
        <p:spPr bwMode="auto">
          <a:xfrm>
            <a:off x="761999" y="1064414"/>
            <a:ext cx="4790957" cy="274679"/>
          </a:xfrm>
          <a:prstGeom prst="rect">
            <a:avLst/>
          </a:prstGeom>
          <a:noFill/>
        </p:spPr>
        <p:txBody>
          <a:bodyPr wrap="square" lIns="0" tIns="0" rIns="0" bIns="0" anchor="t">
            <a:spAutoFit/>
          </a:bodyPr>
          <a:lstStyle/>
          <a:p>
            <a:pPr algn="l">
              <a:defRPr/>
            </a:pPr>
            <a:endParaRPr>
              <a:latin typeface="Montserrat"/>
            </a:endParaRPr>
          </a:p>
        </p:txBody>
      </p:sp>
      <p:sp>
        <p:nvSpPr>
          <p:cNvPr id="1091883306" name="TextBox 6"/>
          <p:cNvSpPr txBox="1"/>
          <p:nvPr/>
        </p:nvSpPr>
        <p:spPr bwMode="auto">
          <a:xfrm>
            <a:off x="1200150" y="1472949"/>
            <a:ext cx="9849209" cy="384080"/>
          </a:xfrm>
          <a:prstGeom prst="rect">
            <a:avLst/>
          </a:prstGeom>
          <a:noFill/>
        </p:spPr>
        <p:txBody>
          <a:bodyPr wrap="square" lIns="409575" tIns="0" rIns="0" bIns="0" anchor="t">
            <a:spAutoFit/>
          </a:bodyPr>
          <a:lstStyle/>
          <a:p>
            <a:pPr algn="l">
              <a:lnSpc>
                <a:spcPts val="3359"/>
              </a:lnSpc>
              <a:defRPr/>
            </a:pPr>
            <a:endParaRPr>
              <a:latin typeface="Montserrat"/>
            </a:endParaRPr>
          </a:p>
        </p:txBody>
      </p:sp>
      <p:sp>
        <p:nvSpPr>
          <p:cNvPr id="292561595" name="TextBox 8"/>
          <p:cNvSpPr txBox="1"/>
          <p:nvPr/>
        </p:nvSpPr>
        <p:spPr bwMode="auto">
          <a:xfrm>
            <a:off x="1143000" y="4115097"/>
            <a:ext cx="4667609" cy="335989"/>
          </a:xfrm>
          <a:prstGeom prst="rect">
            <a:avLst/>
          </a:prstGeom>
          <a:noFill/>
        </p:spPr>
        <p:txBody>
          <a:bodyPr wrap="square" lIns="0" tIns="0" rIns="0" bIns="0" anchor="t">
            <a:spAutoFit/>
          </a:bodyPr>
          <a:lstStyle/>
          <a:p>
            <a:pPr algn="l">
              <a:lnSpc>
                <a:spcPts val="2879"/>
              </a:lnSpc>
              <a:defRPr/>
            </a:pPr>
            <a:endParaRPr>
              <a:latin typeface="Montserrat"/>
            </a:endParaRPr>
          </a:p>
        </p:txBody>
      </p:sp>
      <p:sp>
        <p:nvSpPr>
          <p:cNvPr id="1161442706" name="TextBox 10"/>
          <p:cNvSpPr txBox="1"/>
          <p:nvPr/>
        </p:nvSpPr>
        <p:spPr bwMode="auto">
          <a:xfrm>
            <a:off x="6762749" y="4115097"/>
            <a:ext cx="4667609" cy="335989"/>
          </a:xfrm>
          <a:prstGeom prst="rect">
            <a:avLst/>
          </a:prstGeom>
          <a:noFill/>
        </p:spPr>
        <p:txBody>
          <a:bodyPr wrap="square" lIns="0" tIns="0" rIns="0" bIns="0" anchor="t">
            <a:spAutoFit/>
          </a:bodyPr>
          <a:lstStyle/>
          <a:p>
            <a:pPr algn="l">
              <a:lnSpc>
                <a:spcPts val="2879"/>
              </a:lnSpc>
              <a:defRPr/>
            </a:pPr>
            <a:endParaRPr>
              <a:latin typeface="Montserrat"/>
            </a:endParaRPr>
          </a:p>
        </p:txBody>
      </p:sp>
      <p:sp>
        <p:nvSpPr>
          <p:cNvPr id="672877149" name="TextBox 11"/>
          <p:cNvSpPr txBox="1"/>
          <p:nvPr/>
        </p:nvSpPr>
        <p:spPr bwMode="auto">
          <a:xfrm>
            <a:off x="6762749" y="5450233"/>
            <a:ext cx="4667609" cy="335989"/>
          </a:xfrm>
          <a:prstGeom prst="rect">
            <a:avLst/>
          </a:prstGeom>
          <a:noFill/>
        </p:spPr>
        <p:txBody>
          <a:bodyPr wrap="square" lIns="0" tIns="0" rIns="0" bIns="0" anchor="t">
            <a:spAutoFit/>
          </a:bodyPr>
          <a:lstStyle/>
          <a:p>
            <a:pPr algn="l">
              <a:lnSpc>
                <a:spcPts val="2879"/>
              </a:lnSpc>
              <a:defRPr/>
            </a:pPr>
            <a:endParaRPr>
              <a:latin typeface="Montserrat"/>
            </a:endParaRPr>
          </a:p>
        </p:txBody>
      </p:sp>
      <p:sp>
        <p:nvSpPr>
          <p:cNvPr id="1885750748" name=" 1508836746"/>
          <p:cNvSpPr/>
          <p:nvPr/>
        </p:nvSpPr>
        <p:spPr bwMode="auto">
          <a:xfrm>
            <a:off x="694446" y="1572186"/>
            <a:ext cx="10735912" cy="22494240"/>
          </a:xfrm>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342900" lvl="0" indent="-342900" algn="just">
              <a:buFont typeface="Arial" panose="020B0604020202020204" pitchFamily="34" charset="0"/>
              <a:buChar char="•"/>
            </a:pPr>
            <a:r>
              <a:rPr lang="en-IN" sz="2000" dirty="0">
                <a:latin typeface="Montserrat" pitchFamily="2" charset="0"/>
              </a:rPr>
              <a:t>Successfully build a real-time banking transaction analytics pipeline. </a:t>
            </a:r>
          </a:p>
          <a:p>
            <a:pPr marL="342900" lvl="0" indent="-342900" algn="just">
              <a:buFont typeface="Arial" panose="020B0604020202020204" pitchFamily="34" charset="0"/>
              <a:buChar char="•"/>
            </a:pPr>
            <a:r>
              <a:rPr lang="en-IN" sz="2000" dirty="0">
                <a:latin typeface="Montserrat" pitchFamily="2" charset="0"/>
              </a:rPr>
              <a:t>Continuously ingest and process banking transactions using Kafka and </a:t>
            </a:r>
            <a:r>
              <a:rPr lang="en-IN" sz="2000" dirty="0" err="1">
                <a:latin typeface="Montserrat" pitchFamily="2" charset="0"/>
              </a:rPr>
              <a:t>PySpark</a:t>
            </a:r>
            <a:r>
              <a:rPr lang="en-IN" sz="2000" dirty="0">
                <a:latin typeface="Montserrat" pitchFamily="2" charset="0"/>
              </a:rPr>
              <a:t>. </a:t>
            </a:r>
          </a:p>
          <a:p>
            <a:pPr marL="342900" lvl="0" indent="-342900" algn="just">
              <a:buFont typeface="Arial" panose="020B0604020202020204" pitchFamily="34" charset="0"/>
              <a:buChar char="•"/>
            </a:pPr>
            <a:r>
              <a:rPr lang="en-IN" sz="2000" dirty="0">
                <a:latin typeface="Montserrat" pitchFamily="2" charset="0"/>
              </a:rPr>
              <a:t>Validate transaction data and isolate invalid records using the Quarantine Layer. </a:t>
            </a:r>
          </a:p>
          <a:p>
            <a:pPr marL="342900" lvl="0" indent="-342900" algn="just">
              <a:buFont typeface="Arial" panose="020B0604020202020204" pitchFamily="34" charset="0"/>
              <a:buChar char="•"/>
            </a:pPr>
            <a:r>
              <a:rPr lang="en-IN" sz="2000" dirty="0">
                <a:latin typeface="Montserrat" pitchFamily="2" charset="0"/>
              </a:rPr>
              <a:t>Store and progressively improve data through Bronze and Silver layers using Delta Lake. </a:t>
            </a:r>
          </a:p>
          <a:p>
            <a:pPr marL="342900" lvl="0" indent="-342900" algn="just">
              <a:buFont typeface="Arial" panose="020B0604020202020204" pitchFamily="34" charset="0"/>
              <a:buChar char="•"/>
            </a:pPr>
            <a:r>
              <a:rPr lang="en-IN" sz="2000" dirty="0">
                <a:latin typeface="Montserrat" pitchFamily="2" charset="0"/>
              </a:rPr>
              <a:t>Detect and monitor unusual transaction patterns using configurable rules and statistical features. </a:t>
            </a:r>
          </a:p>
          <a:p>
            <a:pPr marL="342900" lvl="0" indent="-342900" algn="just">
              <a:buFont typeface="Arial" panose="020B0604020202020204" pitchFamily="34" charset="0"/>
              <a:buChar char="•"/>
            </a:pPr>
            <a:r>
              <a:rPr lang="en-IN" sz="2000" dirty="0">
                <a:latin typeface="Montserrat" pitchFamily="2" charset="0"/>
              </a:rPr>
              <a:t>Automate downstream data processing using Apache Airflow. </a:t>
            </a:r>
          </a:p>
          <a:p>
            <a:pPr marL="342900" lvl="0" indent="-342900" algn="just">
              <a:buFont typeface="Arial" panose="020B0604020202020204" pitchFamily="34" charset="0"/>
              <a:buChar char="•"/>
            </a:pPr>
            <a:r>
              <a:rPr lang="en-IN" sz="2000" dirty="0">
                <a:latin typeface="Montserrat" pitchFamily="2" charset="0"/>
              </a:rPr>
              <a:t>Develop Power BI dashboards showing transaction volume, transaction value, failed transactions, anomalies and trends. </a:t>
            </a:r>
          </a:p>
          <a:p>
            <a:pPr marL="342900" lvl="0" indent="-342900" algn="just">
              <a:buFont typeface="Arial" panose="020B0604020202020204" pitchFamily="34" charset="0"/>
              <a:buChar char="•"/>
            </a:pPr>
            <a:r>
              <a:rPr lang="en-IN" sz="2000" dirty="0">
                <a:latin typeface="Montserrat" pitchFamily="2" charset="0"/>
              </a:rPr>
              <a:t>Evaluate the pipeline based on throughput, latency, data quality and failure recovery. </a:t>
            </a:r>
          </a:p>
        </p:txBody>
      </p:sp>
      <p:sp>
        <p:nvSpPr>
          <p:cNvPr id="423477966" name="Rectangle 3"/>
          <p:cNvSpPr/>
          <p:nvPr/>
        </p:nvSpPr>
        <p:spPr bwMode="auto">
          <a:xfrm>
            <a:off x="670560" y="1084042"/>
            <a:ext cx="10668000" cy="28575"/>
          </a:xfrm>
          <a:prstGeom prst="rect">
            <a:avLst/>
          </a:prstGeom>
          <a:solidFill>
            <a:srgbClr val="4338C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latin typeface="Montserrat"/>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PhAnim="0">
  <p:cSld>
    <p:bg>
      <p:bgPr>
        <a:solidFill>
          <a:srgbClr val="FFFFFF"/>
        </a:solidFill>
        <a:effectLst/>
      </p:bgPr>
    </p:bg>
    <p:spTree>
      <p:nvGrpSpPr>
        <p:cNvPr id="1" name=""/>
        <p:cNvGrpSpPr/>
        <p:nvPr/>
      </p:nvGrpSpPr>
      <p:grpSpPr bwMode="auto">
        <a:xfrm>
          <a:off x="0" y="0"/>
          <a:ext cx="0" cy="0"/>
          <a:chOff x="0" y="0"/>
          <a:chExt cx="0" cy="0"/>
        </a:xfrm>
      </p:grpSpPr>
      <p:sp>
        <p:nvSpPr>
          <p:cNvPr id="1848292250" name="TextBox 3"/>
          <p:cNvSpPr txBox="1"/>
          <p:nvPr/>
        </p:nvSpPr>
        <p:spPr bwMode="auto">
          <a:xfrm>
            <a:off x="670559" y="240990"/>
            <a:ext cx="11216159" cy="609959"/>
          </a:xfrm>
          <a:prstGeom prst="rect">
            <a:avLst/>
          </a:prstGeom>
          <a:noFill/>
        </p:spPr>
        <p:txBody>
          <a:bodyPr wrap="square" lIns="0" tIns="0" rIns="0" bIns="0" anchor="t">
            <a:spAutoFit/>
          </a:bodyPr>
          <a:lstStyle/>
          <a:p>
            <a:pPr>
              <a:defRPr/>
            </a:pPr>
            <a:r>
              <a:rPr sz="4000">
                <a:latin typeface="Montserrat"/>
                <a:ea typeface="Montserrat"/>
                <a:cs typeface="Montserrat"/>
              </a:rPr>
              <a:t>Literature Survey</a:t>
            </a:r>
            <a:endParaRPr sz="4000">
              <a:latin typeface="Montserrat"/>
              <a:cs typeface="Montserrat"/>
            </a:endParaRPr>
          </a:p>
        </p:txBody>
      </p:sp>
      <p:sp>
        <p:nvSpPr>
          <p:cNvPr id="578023592" name="TextBox 5"/>
          <p:cNvSpPr txBox="1"/>
          <p:nvPr/>
        </p:nvSpPr>
        <p:spPr bwMode="auto">
          <a:xfrm>
            <a:off x="761998" y="1064413"/>
            <a:ext cx="4790956" cy="274678"/>
          </a:xfrm>
          <a:prstGeom prst="rect">
            <a:avLst/>
          </a:prstGeom>
          <a:noFill/>
        </p:spPr>
        <p:txBody>
          <a:bodyPr wrap="square" lIns="0" tIns="0" rIns="0" bIns="0" anchor="t">
            <a:spAutoFit/>
          </a:bodyPr>
          <a:lstStyle/>
          <a:p>
            <a:pPr algn="l">
              <a:defRPr/>
            </a:pPr>
            <a:endParaRPr>
              <a:latin typeface="Montserrat"/>
            </a:endParaRPr>
          </a:p>
        </p:txBody>
      </p:sp>
      <p:sp>
        <p:nvSpPr>
          <p:cNvPr id="2088307817" name="TextBox 6"/>
          <p:cNvSpPr txBox="1"/>
          <p:nvPr/>
        </p:nvSpPr>
        <p:spPr bwMode="auto">
          <a:xfrm>
            <a:off x="1200150" y="1472949"/>
            <a:ext cx="9849208" cy="384079"/>
          </a:xfrm>
          <a:prstGeom prst="rect">
            <a:avLst/>
          </a:prstGeom>
          <a:noFill/>
        </p:spPr>
        <p:txBody>
          <a:bodyPr wrap="square" lIns="409574" tIns="0" rIns="0" bIns="0" anchor="t">
            <a:spAutoFit/>
          </a:bodyPr>
          <a:lstStyle/>
          <a:p>
            <a:pPr algn="l">
              <a:lnSpc>
                <a:spcPts val="3358"/>
              </a:lnSpc>
              <a:defRPr/>
            </a:pPr>
            <a:endParaRPr>
              <a:latin typeface="Montserrat"/>
            </a:endParaRPr>
          </a:p>
        </p:txBody>
      </p:sp>
      <p:sp>
        <p:nvSpPr>
          <p:cNvPr id="1759751754" name="TextBox 8"/>
          <p:cNvSpPr txBox="1"/>
          <p:nvPr/>
        </p:nvSpPr>
        <p:spPr bwMode="auto">
          <a:xfrm>
            <a:off x="1143000" y="4115097"/>
            <a:ext cx="4667608" cy="335988"/>
          </a:xfrm>
          <a:prstGeom prst="rect">
            <a:avLst/>
          </a:prstGeom>
          <a:noFill/>
        </p:spPr>
        <p:txBody>
          <a:bodyPr wrap="square" lIns="0" tIns="0" rIns="0" bIns="0" anchor="t">
            <a:spAutoFit/>
          </a:bodyPr>
          <a:lstStyle/>
          <a:p>
            <a:pPr algn="l">
              <a:lnSpc>
                <a:spcPts val="2878"/>
              </a:lnSpc>
              <a:defRPr/>
            </a:pPr>
            <a:endParaRPr>
              <a:latin typeface="Montserrat"/>
            </a:endParaRPr>
          </a:p>
        </p:txBody>
      </p:sp>
      <p:sp>
        <p:nvSpPr>
          <p:cNvPr id="1284212690" name="TextBox 9"/>
          <p:cNvSpPr txBox="1"/>
          <p:nvPr/>
        </p:nvSpPr>
        <p:spPr bwMode="auto">
          <a:xfrm>
            <a:off x="1143000" y="5450232"/>
            <a:ext cx="4667608" cy="335988"/>
          </a:xfrm>
          <a:prstGeom prst="rect">
            <a:avLst/>
          </a:prstGeom>
          <a:noFill/>
        </p:spPr>
        <p:txBody>
          <a:bodyPr wrap="square" lIns="0" tIns="0" rIns="0" bIns="0" anchor="t">
            <a:spAutoFit/>
          </a:bodyPr>
          <a:lstStyle/>
          <a:p>
            <a:pPr algn="l">
              <a:lnSpc>
                <a:spcPts val="2878"/>
              </a:lnSpc>
              <a:defRPr/>
            </a:pPr>
            <a:endParaRPr>
              <a:latin typeface="Montserrat"/>
            </a:endParaRPr>
          </a:p>
        </p:txBody>
      </p:sp>
      <p:sp>
        <p:nvSpPr>
          <p:cNvPr id="1485273619" name="TextBox 10"/>
          <p:cNvSpPr txBox="1"/>
          <p:nvPr/>
        </p:nvSpPr>
        <p:spPr bwMode="auto">
          <a:xfrm>
            <a:off x="6762748" y="4115097"/>
            <a:ext cx="4667608" cy="335988"/>
          </a:xfrm>
          <a:prstGeom prst="rect">
            <a:avLst/>
          </a:prstGeom>
          <a:noFill/>
        </p:spPr>
        <p:txBody>
          <a:bodyPr wrap="square" lIns="0" tIns="0" rIns="0" bIns="0" anchor="t">
            <a:spAutoFit/>
          </a:bodyPr>
          <a:lstStyle/>
          <a:p>
            <a:pPr algn="l">
              <a:lnSpc>
                <a:spcPts val="2878"/>
              </a:lnSpc>
              <a:defRPr/>
            </a:pPr>
            <a:endParaRPr>
              <a:latin typeface="Montserrat"/>
            </a:endParaRPr>
          </a:p>
        </p:txBody>
      </p:sp>
      <p:sp>
        <p:nvSpPr>
          <p:cNvPr id="644217951" name="TextBox 11"/>
          <p:cNvSpPr txBox="1"/>
          <p:nvPr/>
        </p:nvSpPr>
        <p:spPr bwMode="auto">
          <a:xfrm>
            <a:off x="6762748" y="5450232"/>
            <a:ext cx="4667608" cy="335988"/>
          </a:xfrm>
          <a:prstGeom prst="rect">
            <a:avLst/>
          </a:prstGeom>
          <a:noFill/>
        </p:spPr>
        <p:txBody>
          <a:bodyPr wrap="square" lIns="0" tIns="0" rIns="0" bIns="0" anchor="t">
            <a:spAutoFit/>
          </a:bodyPr>
          <a:lstStyle/>
          <a:p>
            <a:pPr algn="l">
              <a:lnSpc>
                <a:spcPts val="2878"/>
              </a:lnSpc>
              <a:defRPr/>
            </a:pPr>
            <a:endParaRPr>
              <a:latin typeface="Montserrat"/>
            </a:endParaRPr>
          </a:p>
        </p:txBody>
      </p:sp>
      <p:sp>
        <p:nvSpPr>
          <p:cNvPr id="1814661184" name="Rectangle 3"/>
          <p:cNvSpPr/>
          <p:nvPr/>
        </p:nvSpPr>
        <p:spPr bwMode="auto">
          <a:xfrm>
            <a:off x="670559" y="1084041"/>
            <a:ext cx="10667999" cy="28575"/>
          </a:xfrm>
          <a:prstGeom prst="rect">
            <a:avLst/>
          </a:prstGeom>
          <a:solidFill>
            <a:srgbClr val="4338C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latin typeface="Montserrat"/>
            </a:endParaRPr>
          </a:p>
        </p:txBody>
      </p:sp>
      <p:graphicFrame>
        <p:nvGraphicFramePr>
          <p:cNvPr id="1380805386" name="Table 1380805385"/>
          <p:cNvGraphicFramePr>
            <a:graphicFrameLocks/>
          </p:cNvGraphicFramePr>
          <p:nvPr/>
        </p:nvGraphicFramePr>
        <p:xfrm>
          <a:off x="670559" y="1189053"/>
          <a:ext cx="10655656" cy="5362735"/>
        </p:xfrm>
        <a:graphic>
          <a:graphicData uri="http://schemas.openxmlformats.org/drawingml/2006/table">
            <a:tbl>
              <a:tblPr firstRow="1" bandRow="1">
                <a:tableStyleId>{5C22544A-7EE6-4342-B048-85BDC9FD1C3A}</a:tableStyleId>
              </a:tblPr>
              <a:tblGrid>
                <a:gridCol w="2663914">
                  <a:extLst>
                    <a:ext uri="{9D8B030D-6E8A-4147-A177-3AD203B41FA5}">
                      <a16:colId xmlns:a16="http://schemas.microsoft.com/office/drawing/2014/main" val="20000"/>
                    </a:ext>
                  </a:extLst>
                </a:gridCol>
                <a:gridCol w="2663914">
                  <a:extLst>
                    <a:ext uri="{9D8B030D-6E8A-4147-A177-3AD203B41FA5}">
                      <a16:colId xmlns:a16="http://schemas.microsoft.com/office/drawing/2014/main" val="20001"/>
                    </a:ext>
                  </a:extLst>
                </a:gridCol>
                <a:gridCol w="2663914">
                  <a:extLst>
                    <a:ext uri="{9D8B030D-6E8A-4147-A177-3AD203B41FA5}">
                      <a16:colId xmlns:a16="http://schemas.microsoft.com/office/drawing/2014/main" val="20002"/>
                    </a:ext>
                  </a:extLst>
                </a:gridCol>
                <a:gridCol w="2663914">
                  <a:extLst>
                    <a:ext uri="{9D8B030D-6E8A-4147-A177-3AD203B41FA5}">
                      <a16:colId xmlns:a16="http://schemas.microsoft.com/office/drawing/2014/main" val="20003"/>
                    </a:ext>
                  </a:extLst>
                </a:gridCol>
              </a:tblGrid>
              <a:tr h="506312">
                <a:tc>
                  <a:txBody>
                    <a:bodyPr/>
                    <a:lstStyle/>
                    <a:p>
                      <a:pPr>
                        <a:defRPr/>
                      </a:pPr>
                      <a:r>
                        <a:rPr sz="2000" b="1" i="0" u="none">
                          <a:solidFill>
                            <a:srgbClr val="000000"/>
                          </a:solidFill>
                          <a:latin typeface="Montserrat"/>
                          <a:ea typeface="Montserrat"/>
                          <a:cs typeface="Montserrat"/>
                        </a:rPr>
                        <a:t>Paper Title</a:t>
                      </a:r>
                      <a:endParaRPr>
                        <a:latin typeface="Montserrat"/>
                        <a:cs typeface="Montserrat"/>
                      </a:endParaRPr>
                    </a:p>
                  </a:txBody>
                  <a:tcPr/>
                </a:tc>
                <a:tc>
                  <a:txBody>
                    <a:bodyPr/>
                    <a:lstStyle/>
                    <a:p>
                      <a:pPr>
                        <a:defRPr/>
                      </a:pPr>
                      <a:r>
                        <a:rPr sz="2000" b="1" i="0" u="none">
                          <a:solidFill>
                            <a:srgbClr val="000000"/>
                          </a:solidFill>
                          <a:latin typeface="Montserrat"/>
                          <a:ea typeface="Montserrat"/>
                          <a:cs typeface="Montserrat"/>
                        </a:rPr>
                        <a:t>Reference Link</a:t>
                      </a:r>
                      <a:endParaRPr sz="2000">
                        <a:latin typeface="Montserrat"/>
                        <a:cs typeface="Montserrat"/>
                      </a:endParaRPr>
                    </a:p>
                  </a:txBody>
                  <a:tcPr/>
                </a:tc>
                <a:tc>
                  <a:txBody>
                    <a:bodyPr/>
                    <a:lstStyle/>
                    <a:p>
                      <a:pPr>
                        <a:defRPr/>
                      </a:pPr>
                      <a:r>
                        <a:rPr sz="2000" b="1" i="0" u="none">
                          <a:solidFill>
                            <a:srgbClr val="000000"/>
                          </a:solidFill>
                          <a:latin typeface="Montserrat"/>
                          <a:ea typeface="Montserrat"/>
                          <a:cs typeface="Montserrat"/>
                        </a:rPr>
                        <a:t>Drawbacks</a:t>
                      </a:r>
                      <a:endParaRPr>
                        <a:latin typeface="Montserrat"/>
                        <a:cs typeface="Montserrat"/>
                      </a:endParaRPr>
                    </a:p>
                  </a:txBody>
                  <a:tcPr/>
                </a:tc>
                <a:tc>
                  <a:txBody>
                    <a:bodyPr/>
                    <a:lstStyle/>
                    <a:p>
                      <a:pPr>
                        <a:defRPr/>
                      </a:pPr>
                      <a:r>
                        <a:rPr sz="2000" b="1" i="0" u="none">
                          <a:solidFill>
                            <a:srgbClr val="000000"/>
                          </a:solidFill>
                          <a:latin typeface="Montserrat"/>
                          <a:ea typeface="Montserrat"/>
                          <a:cs typeface="Montserrat"/>
                        </a:rPr>
                        <a:t>Future Work</a:t>
                      </a:r>
                      <a:endParaRPr>
                        <a:latin typeface="Montserrat"/>
                        <a:cs typeface="Montserrat"/>
                      </a:endParaRPr>
                    </a:p>
                  </a:txBody>
                  <a:tcPr/>
                </a:tc>
                <a:extLst>
                  <a:ext uri="{0D108BD9-81ED-4DB2-BD59-A6C34878D82A}">
                    <a16:rowId xmlns:a16="http://schemas.microsoft.com/office/drawing/2014/main" val="10000"/>
                  </a:ext>
                </a:extLst>
              </a:tr>
              <a:tr h="853838">
                <a:tc>
                  <a:txBody>
                    <a:bodyPr/>
                    <a:lstStyle/>
                    <a:p>
                      <a:pPr>
                        <a:defRPr/>
                      </a:pPr>
                      <a:r>
                        <a:rPr sz="1200" b="1" i="0" u="none" dirty="0">
                          <a:solidFill>
                            <a:srgbClr val="000000"/>
                          </a:solidFill>
                          <a:latin typeface="Montserrat"/>
                          <a:ea typeface="Montserrat"/>
                          <a:cs typeface="Montserrat"/>
                        </a:rPr>
                        <a:t>Near Real-Time Anomaly Detection in Customer Transactions Using Lambda Architecture</a:t>
                      </a:r>
                      <a:endParaRPr dirty="0">
                        <a:latin typeface="Montserrat"/>
                        <a:cs typeface="Montserrat"/>
                      </a:endParaRPr>
                    </a:p>
                  </a:txBody>
                  <a:tcPr/>
                </a:tc>
                <a:tc>
                  <a:txBody>
                    <a:bodyPr/>
                    <a:lstStyle/>
                    <a:p>
                      <a:pPr>
                        <a:defRPr/>
                      </a:pPr>
                      <a:r>
                        <a:rPr u="sng">
                          <a:latin typeface="Montserrat"/>
                          <a:ea typeface="Montserrat"/>
                          <a:cs typeface="Montserrat"/>
                          <a:hlinkClick r:id="rId3"/>
                        </a:rPr>
                        <a:t>IJIRCT</a:t>
                      </a:r>
                      <a:endParaRPr>
                        <a:latin typeface="Montserrat"/>
                        <a:cs typeface="Montserrat"/>
                      </a:endParaRPr>
                    </a:p>
                  </a:txBody>
                  <a:tcPr/>
                </a:tc>
                <a:tc>
                  <a:txBody>
                    <a:bodyPr/>
                    <a:lstStyle/>
                    <a:p>
                      <a:pPr>
                        <a:defRPr/>
                      </a:pPr>
                      <a:r>
                        <a:rPr sz="1200" b="0" i="0" u="none">
                          <a:solidFill>
                            <a:srgbClr val="000000"/>
                          </a:solidFill>
                          <a:latin typeface="Montserrat"/>
                          <a:ea typeface="Montserrat"/>
                          <a:cs typeface="Montserrat"/>
                        </a:rPr>
                        <a:t>Lambda Architecture requires separate batch, speed, and serving layers, which can increase operational complexity.</a:t>
                      </a:r>
                      <a:endParaRPr>
                        <a:latin typeface="Montserrat"/>
                        <a:cs typeface="Montserrat"/>
                      </a:endParaRPr>
                    </a:p>
                  </a:txBody>
                  <a:tcPr/>
                </a:tc>
                <a:tc>
                  <a:txBody>
                    <a:bodyPr/>
                    <a:lstStyle/>
                    <a:p>
                      <a:pPr>
                        <a:defRPr/>
                      </a:pPr>
                      <a:r>
                        <a:rPr sz="1200" b="0" i="0" u="none">
                          <a:solidFill>
                            <a:srgbClr val="000000"/>
                          </a:solidFill>
                          <a:latin typeface="Montserrat"/>
                          <a:ea typeface="Montserrat"/>
                          <a:cs typeface="Montserrat"/>
                        </a:rPr>
                        <a:t>Explore a simpler unified streaming and layered architecture such as the Medallion approach used in BankFlow Analytics.</a:t>
                      </a:r>
                      <a:endParaRPr>
                        <a:latin typeface="Montserrat"/>
                        <a:cs typeface="Montserrat"/>
                      </a:endParaRPr>
                    </a:p>
                  </a:txBody>
                  <a:tcPr/>
                </a:tc>
                <a:extLst>
                  <a:ext uri="{0D108BD9-81ED-4DB2-BD59-A6C34878D82A}">
                    <a16:rowId xmlns:a16="http://schemas.microsoft.com/office/drawing/2014/main" val="10001"/>
                  </a:ext>
                </a:extLst>
              </a:tr>
              <a:tr h="833063">
                <a:tc>
                  <a:txBody>
                    <a:bodyPr/>
                    <a:lstStyle/>
                    <a:p>
                      <a:pPr>
                        <a:defRPr/>
                      </a:pPr>
                      <a:r>
                        <a:rPr sz="1200" b="1" i="0" u="none">
                          <a:solidFill>
                            <a:srgbClr val="000000"/>
                          </a:solidFill>
                          <a:latin typeface="Montserrat"/>
                          <a:ea typeface="Montserrat"/>
                          <a:cs typeface="Montserrat"/>
                        </a:rPr>
                        <a:t>Real Time Fraud Detection Using Machine Learning</a:t>
                      </a:r>
                      <a:endParaRPr>
                        <a:latin typeface="Montserrat"/>
                        <a:cs typeface="Montserrat"/>
                      </a:endParaRPr>
                    </a:p>
                  </a:txBody>
                  <a:tcPr/>
                </a:tc>
                <a:tc>
                  <a:txBody>
                    <a:bodyPr/>
                    <a:lstStyle/>
                    <a:p>
                      <a:pPr>
                        <a:defRPr/>
                      </a:pPr>
                      <a:r>
                        <a:rPr u="sng">
                          <a:latin typeface="Montserrat"/>
                          <a:ea typeface="Montserrat"/>
                          <a:cs typeface="Montserrat"/>
                          <a:hlinkClick r:id="rId4"/>
                        </a:rPr>
                        <a:t>IJIRT</a:t>
                      </a:r>
                      <a:endParaRPr>
                        <a:latin typeface="Montserrat"/>
                        <a:cs typeface="Montserrat"/>
                      </a:endParaRPr>
                    </a:p>
                  </a:txBody>
                  <a:tcPr/>
                </a:tc>
                <a:tc>
                  <a:txBody>
                    <a:bodyPr/>
                    <a:lstStyle/>
                    <a:p>
                      <a:pPr>
                        <a:defRPr/>
                      </a:pPr>
                      <a:r>
                        <a:rPr sz="1200" b="0" i="0" u="none" dirty="0">
                          <a:solidFill>
                            <a:srgbClr val="000000"/>
                          </a:solidFill>
                          <a:latin typeface="Montserrat"/>
                          <a:ea typeface="Montserrat"/>
                          <a:cs typeface="Montserrat"/>
                        </a:rPr>
                        <a:t>The work discusses ML and streaming, but does not cover a complete data pipeline with validation, storage, and business reporting.</a:t>
                      </a:r>
                      <a:endParaRPr dirty="0">
                        <a:latin typeface="Montserrat"/>
                        <a:cs typeface="Montserrat"/>
                      </a:endParaRPr>
                    </a:p>
                  </a:txBody>
                  <a:tcPr/>
                </a:tc>
                <a:tc>
                  <a:txBody>
                    <a:bodyPr/>
                    <a:lstStyle/>
                    <a:p>
                      <a:pPr>
                        <a:defRPr/>
                      </a:pPr>
                      <a:r>
                        <a:rPr sz="1200" b="0" i="0" u="none">
                          <a:solidFill>
                            <a:srgbClr val="000000"/>
                          </a:solidFill>
                          <a:latin typeface="Montserrat"/>
                          <a:ea typeface="Montserrat"/>
                          <a:cs typeface="Montserrat"/>
                        </a:rPr>
                        <a:t>Connect ML or anomaly scoring with a complete streaming pipeline for processing and analysis.</a:t>
                      </a:r>
                      <a:endParaRPr>
                        <a:latin typeface="Montserrat"/>
                        <a:cs typeface="Montserrat"/>
                      </a:endParaRPr>
                    </a:p>
                  </a:txBody>
                  <a:tcPr/>
                </a:tc>
                <a:extLst>
                  <a:ext uri="{0D108BD9-81ED-4DB2-BD59-A6C34878D82A}">
                    <a16:rowId xmlns:a16="http://schemas.microsoft.com/office/drawing/2014/main" val="10002"/>
                  </a:ext>
                </a:extLst>
              </a:tr>
              <a:tr h="833063">
                <a:tc>
                  <a:txBody>
                    <a:bodyPr/>
                    <a:lstStyle/>
                    <a:p>
                      <a:pPr>
                        <a:defRPr/>
                      </a:pPr>
                      <a:r>
                        <a:rPr sz="1200" b="1" i="0" u="none">
                          <a:solidFill>
                            <a:srgbClr val="000000"/>
                          </a:solidFill>
                          <a:latin typeface="Montserrat"/>
                          <a:ea typeface="Montserrat"/>
                          <a:cs typeface="Montserrat"/>
                        </a:rPr>
                        <a:t>Real-Time Financial Data Processing Using Apache Spark and Kafka</a:t>
                      </a:r>
                      <a:endParaRPr>
                        <a:latin typeface="Montserrat"/>
                        <a:cs typeface="Montserrat"/>
                      </a:endParaRPr>
                    </a:p>
                  </a:txBody>
                  <a:tcPr/>
                </a:tc>
                <a:tc>
                  <a:txBody>
                    <a:bodyPr/>
                    <a:lstStyle/>
                    <a:p>
                      <a:pPr>
                        <a:defRPr/>
                      </a:pPr>
                      <a:r>
                        <a:rPr u="sng">
                          <a:latin typeface="Montserrat"/>
                          <a:ea typeface="Montserrat"/>
                          <a:cs typeface="Montserrat"/>
                          <a:hlinkClick r:id="rId5"/>
                        </a:rPr>
                        <a:t>IJDSML</a:t>
                      </a:r>
                      <a:endParaRPr>
                        <a:latin typeface="Montserrat"/>
                        <a:cs typeface="Montserrat"/>
                      </a:endParaRPr>
                    </a:p>
                  </a:txBody>
                  <a:tcPr/>
                </a:tc>
                <a:tc>
                  <a:txBody>
                    <a:bodyPr/>
                    <a:lstStyle/>
                    <a:p>
                      <a:pPr>
                        <a:defRPr/>
                      </a:pPr>
                      <a:r>
                        <a:rPr sz="1200" b="0" i="0" u="none">
                          <a:solidFill>
                            <a:srgbClr val="000000"/>
                          </a:solidFill>
                          <a:latin typeface="Montserrat"/>
                          <a:ea typeface="Montserrat"/>
                          <a:cs typeface="Montserrat"/>
                        </a:rPr>
                        <a:t>It focuses mainly on Kafka and Spark based financial processing and gives limited attention to invalid-record handling.</a:t>
                      </a:r>
                      <a:endParaRPr>
                        <a:latin typeface="Montserrat"/>
                        <a:cs typeface="Montserrat"/>
                      </a:endParaRPr>
                    </a:p>
                  </a:txBody>
                  <a:tcPr/>
                </a:tc>
                <a:tc>
                  <a:txBody>
                    <a:bodyPr/>
                    <a:lstStyle/>
                    <a:p>
                      <a:pPr>
                        <a:defRPr/>
                      </a:pPr>
                      <a:r>
                        <a:rPr sz="1200" b="0" i="0" u="none">
                          <a:solidFill>
                            <a:srgbClr val="000000"/>
                          </a:solidFill>
                          <a:latin typeface="Montserrat"/>
                          <a:ea typeface="Montserrat"/>
                          <a:cs typeface="Montserrat"/>
                        </a:rPr>
                        <a:t>Add validation and a Quarantine Layer so malformed transaction records do not interrupt processing.</a:t>
                      </a:r>
                      <a:endParaRPr>
                        <a:latin typeface="Montserrat"/>
                        <a:cs typeface="Montserrat"/>
                      </a:endParaRPr>
                    </a:p>
                  </a:txBody>
                  <a:tcPr/>
                </a:tc>
                <a:extLst>
                  <a:ext uri="{0D108BD9-81ED-4DB2-BD59-A6C34878D82A}">
                    <a16:rowId xmlns:a16="http://schemas.microsoft.com/office/drawing/2014/main" val="10003"/>
                  </a:ext>
                </a:extLst>
              </a:tr>
              <a:tr h="833063">
                <a:tc>
                  <a:txBody>
                    <a:bodyPr/>
                    <a:lstStyle/>
                    <a:p>
                      <a:pPr>
                        <a:defRPr/>
                      </a:pPr>
                      <a:r>
                        <a:rPr sz="1200" b="1" i="0" u="none">
                          <a:solidFill>
                            <a:srgbClr val="000000"/>
                          </a:solidFill>
                          <a:latin typeface="Montserrat"/>
                          <a:ea typeface="Montserrat"/>
                          <a:cs typeface="Montserrat"/>
                        </a:rPr>
                        <a:t>Real-Time Fraud Detection with Kafka Streams and Spring Boot</a:t>
                      </a:r>
                      <a:endParaRPr>
                        <a:latin typeface="Montserrat"/>
                        <a:cs typeface="Montserrat"/>
                      </a:endParaRPr>
                    </a:p>
                  </a:txBody>
                  <a:tcPr/>
                </a:tc>
                <a:tc>
                  <a:txBody>
                    <a:bodyPr/>
                    <a:lstStyle/>
                    <a:p>
                      <a:pPr>
                        <a:defRPr/>
                      </a:pPr>
                      <a:r>
                        <a:rPr u="sng">
                          <a:latin typeface="Montserrat"/>
                          <a:ea typeface="Montserrat"/>
                          <a:cs typeface="Montserrat"/>
                          <a:hlinkClick r:id="rId6"/>
                        </a:rPr>
                        <a:t>Medium</a:t>
                      </a:r>
                      <a:endParaRPr>
                        <a:latin typeface="Montserrat"/>
                        <a:cs typeface="Montserrat"/>
                      </a:endParaRPr>
                    </a:p>
                  </a:txBody>
                  <a:tcPr/>
                </a:tc>
                <a:tc>
                  <a:txBody>
                    <a:bodyPr/>
                    <a:lstStyle/>
                    <a:p>
                      <a:pPr>
                        <a:defRPr/>
                      </a:pPr>
                      <a:r>
                        <a:rPr sz="1200" b="0" i="0" u="none">
                          <a:solidFill>
                            <a:srgbClr val="000000"/>
                          </a:solidFill>
                          <a:latin typeface="Montserrat"/>
                          <a:ea typeface="Montserrat"/>
                          <a:cs typeface="Montserrat"/>
                        </a:rPr>
                        <a:t>The implementation uses Kafka Streams and Spring Boot rather than a distributed Spark processing pipeline.</a:t>
                      </a:r>
                      <a:endParaRPr>
                        <a:latin typeface="Montserrat"/>
                        <a:cs typeface="Montserrat"/>
                      </a:endParaRPr>
                    </a:p>
                  </a:txBody>
                  <a:tcPr/>
                </a:tc>
                <a:tc>
                  <a:txBody>
                    <a:bodyPr/>
                    <a:lstStyle/>
                    <a:p>
                      <a:pPr>
                        <a:defRPr/>
                      </a:pPr>
                      <a:r>
                        <a:rPr sz="1200" b="0" i="0" u="none">
                          <a:solidFill>
                            <a:srgbClr val="000000"/>
                          </a:solidFill>
                          <a:latin typeface="Montserrat"/>
                          <a:ea typeface="Montserrat"/>
                          <a:cs typeface="Montserrat"/>
                        </a:rPr>
                        <a:t>Extend the approach using PySpark Structured Streaming for larger-scale transformations and window-based analysis.</a:t>
                      </a:r>
                      <a:endParaRPr>
                        <a:latin typeface="Montserrat"/>
                        <a:cs typeface="Montserrat"/>
                      </a:endParaRPr>
                    </a:p>
                  </a:txBody>
                  <a:tcPr/>
                </a:tc>
                <a:extLst>
                  <a:ext uri="{0D108BD9-81ED-4DB2-BD59-A6C34878D82A}">
                    <a16:rowId xmlns:a16="http://schemas.microsoft.com/office/drawing/2014/main" val="10004"/>
                  </a:ext>
                </a:extLst>
              </a:tr>
              <a:tr h="833063">
                <a:tc>
                  <a:txBody>
                    <a:bodyPr/>
                    <a:lstStyle/>
                    <a:p>
                      <a:pPr>
                        <a:defRPr/>
                      </a:pPr>
                      <a:r>
                        <a:rPr sz="1200" b="1" i="0" u="none">
                          <a:solidFill>
                            <a:srgbClr val="000000"/>
                          </a:solidFill>
                          <a:latin typeface="Montserrat"/>
                          <a:ea typeface="Montserrat"/>
                          <a:cs typeface="Montserrat"/>
                        </a:rPr>
                        <a:t>Real-Time Data Streaming to Detect Financial Fraud Using Condense</a:t>
                      </a:r>
                      <a:endParaRPr>
                        <a:latin typeface="Montserrat"/>
                        <a:cs typeface="Montserrat"/>
                      </a:endParaRPr>
                    </a:p>
                  </a:txBody>
                  <a:tcPr/>
                </a:tc>
                <a:tc>
                  <a:txBody>
                    <a:bodyPr/>
                    <a:lstStyle/>
                    <a:p>
                      <a:pPr>
                        <a:defRPr/>
                      </a:pPr>
                      <a:r>
                        <a:rPr u="sng">
                          <a:latin typeface="Montserrat"/>
                          <a:ea typeface="Montserrat"/>
                          <a:cs typeface="Montserrat"/>
                          <a:hlinkClick r:id="rId7"/>
                        </a:rPr>
                        <a:t>Zeliot</a:t>
                      </a:r>
                      <a:endParaRPr>
                        <a:latin typeface="Montserrat"/>
                        <a:cs typeface="Montserrat"/>
                      </a:endParaRPr>
                    </a:p>
                  </a:txBody>
                  <a:tcPr/>
                </a:tc>
                <a:tc>
                  <a:txBody>
                    <a:bodyPr/>
                    <a:lstStyle/>
                    <a:p>
                      <a:pPr>
                        <a:defRPr/>
                      </a:pPr>
                      <a:r>
                        <a:rPr sz="1200" b="0" i="0" u="none">
                          <a:solidFill>
                            <a:srgbClr val="000000"/>
                          </a:solidFill>
                          <a:latin typeface="Montserrat"/>
                          <a:ea typeface="Montserrat"/>
                          <a:cs typeface="Montserrat"/>
                        </a:rPr>
                        <a:t>The approach depends on a managed commercial streaming platform and is more production-oriented than the academic project.</a:t>
                      </a:r>
                      <a:endParaRPr>
                        <a:latin typeface="Montserrat"/>
                        <a:cs typeface="Montserrat"/>
                      </a:endParaRPr>
                    </a:p>
                  </a:txBody>
                  <a:tcPr/>
                </a:tc>
                <a:tc>
                  <a:txBody>
                    <a:bodyPr/>
                    <a:lstStyle/>
                    <a:p>
                      <a:pPr>
                        <a:defRPr/>
                      </a:pPr>
                      <a:r>
                        <a:rPr sz="1200" b="0" i="0" u="none" dirty="0">
                          <a:solidFill>
                            <a:srgbClr val="000000"/>
                          </a:solidFill>
                          <a:latin typeface="Montserrat"/>
                          <a:ea typeface="Montserrat"/>
                          <a:cs typeface="Montserrat"/>
                        </a:rPr>
                        <a:t>Implement similar streaming ideas using open-source technologies such as Kafka, </a:t>
                      </a:r>
                      <a:r>
                        <a:rPr sz="1200" b="0" i="0" u="none" dirty="0" err="1">
                          <a:solidFill>
                            <a:srgbClr val="000000"/>
                          </a:solidFill>
                          <a:latin typeface="Montserrat"/>
                          <a:ea typeface="Montserrat"/>
                          <a:cs typeface="Montserrat"/>
                        </a:rPr>
                        <a:t>PySpark</a:t>
                      </a:r>
                      <a:r>
                        <a:rPr sz="1200" b="0" i="0" u="none" dirty="0">
                          <a:solidFill>
                            <a:srgbClr val="000000"/>
                          </a:solidFill>
                          <a:latin typeface="Montserrat"/>
                          <a:ea typeface="Montserrat"/>
                          <a:cs typeface="Montserrat"/>
                        </a:rPr>
                        <a:t>, and Delta Lake.</a:t>
                      </a:r>
                      <a:endParaRPr dirty="0">
                        <a:latin typeface="Montserrat"/>
                        <a:cs typeface="Montserrat"/>
                      </a:endParaRPr>
                    </a:p>
                  </a:txBody>
                  <a:tcPr/>
                </a:tc>
                <a:extLst>
                  <a:ext uri="{0D108BD9-81ED-4DB2-BD59-A6C34878D82A}">
                    <a16:rowId xmlns:a16="http://schemas.microsoft.com/office/drawing/2014/main" val="10005"/>
                  </a:ext>
                </a:extLst>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PhAnim="0">
  <p:cSld>
    <p:bg>
      <p:bgPr>
        <a:solidFill>
          <a:srgbClr val="FFFFFF"/>
        </a:solidFill>
        <a:effectLst/>
      </p:bgPr>
    </p:bg>
    <p:spTree>
      <p:nvGrpSpPr>
        <p:cNvPr id="1" name=""/>
        <p:cNvGrpSpPr/>
        <p:nvPr/>
      </p:nvGrpSpPr>
      <p:grpSpPr bwMode="auto">
        <a:xfrm>
          <a:off x="0" y="0"/>
          <a:ext cx="0" cy="0"/>
          <a:chOff x="0" y="0"/>
          <a:chExt cx="0" cy="0"/>
        </a:xfrm>
      </p:grpSpPr>
      <p:sp>
        <p:nvSpPr>
          <p:cNvPr id="891337909" name="TextBox 3"/>
          <p:cNvSpPr txBox="1"/>
          <p:nvPr/>
        </p:nvSpPr>
        <p:spPr bwMode="auto">
          <a:xfrm>
            <a:off x="670559" y="240990"/>
            <a:ext cx="11216159" cy="609959"/>
          </a:xfrm>
          <a:prstGeom prst="rect">
            <a:avLst/>
          </a:prstGeom>
          <a:noFill/>
        </p:spPr>
        <p:txBody>
          <a:bodyPr wrap="square" lIns="0" tIns="0" rIns="0" bIns="0" anchor="t">
            <a:spAutoFit/>
          </a:bodyPr>
          <a:lstStyle/>
          <a:p>
            <a:pPr>
              <a:defRPr/>
            </a:pPr>
            <a:r>
              <a:rPr sz="4000">
                <a:latin typeface="Montserrat"/>
                <a:ea typeface="Montserrat"/>
                <a:cs typeface="Montserrat"/>
              </a:rPr>
              <a:t>Literature Survey</a:t>
            </a:r>
            <a:endParaRPr sz="4000">
              <a:latin typeface="Montserrat"/>
              <a:cs typeface="Montserrat"/>
            </a:endParaRPr>
          </a:p>
        </p:txBody>
      </p:sp>
      <p:sp>
        <p:nvSpPr>
          <p:cNvPr id="1851383621" name="TextBox 5"/>
          <p:cNvSpPr txBox="1"/>
          <p:nvPr/>
        </p:nvSpPr>
        <p:spPr bwMode="auto">
          <a:xfrm>
            <a:off x="761998" y="1064413"/>
            <a:ext cx="4790956" cy="274678"/>
          </a:xfrm>
          <a:prstGeom prst="rect">
            <a:avLst/>
          </a:prstGeom>
          <a:noFill/>
        </p:spPr>
        <p:txBody>
          <a:bodyPr wrap="square" lIns="0" tIns="0" rIns="0" bIns="0" anchor="t">
            <a:spAutoFit/>
          </a:bodyPr>
          <a:lstStyle/>
          <a:p>
            <a:pPr algn="l">
              <a:defRPr/>
            </a:pPr>
            <a:endParaRPr>
              <a:latin typeface="Montserrat"/>
            </a:endParaRPr>
          </a:p>
        </p:txBody>
      </p:sp>
      <p:sp>
        <p:nvSpPr>
          <p:cNvPr id="1804319781" name="TextBox 6"/>
          <p:cNvSpPr txBox="1"/>
          <p:nvPr/>
        </p:nvSpPr>
        <p:spPr bwMode="auto">
          <a:xfrm>
            <a:off x="1200150" y="1472949"/>
            <a:ext cx="9849208" cy="384079"/>
          </a:xfrm>
          <a:prstGeom prst="rect">
            <a:avLst/>
          </a:prstGeom>
          <a:noFill/>
        </p:spPr>
        <p:txBody>
          <a:bodyPr wrap="square" lIns="409574" tIns="0" rIns="0" bIns="0" anchor="t">
            <a:spAutoFit/>
          </a:bodyPr>
          <a:lstStyle/>
          <a:p>
            <a:pPr algn="l">
              <a:lnSpc>
                <a:spcPts val="3358"/>
              </a:lnSpc>
              <a:defRPr/>
            </a:pPr>
            <a:endParaRPr>
              <a:latin typeface="Montserrat"/>
            </a:endParaRPr>
          </a:p>
        </p:txBody>
      </p:sp>
      <p:sp>
        <p:nvSpPr>
          <p:cNvPr id="781485392" name="TextBox 8"/>
          <p:cNvSpPr txBox="1"/>
          <p:nvPr/>
        </p:nvSpPr>
        <p:spPr bwMode="auto">
          <a:xfrm>
            <a:off x="1143000" y="4115097"/>
            <a:ext cx="4667608" cy="335988"/>
          </a:xfrm>
          <a:prstGeom prst="rect">
            <a:avLst/>
          </a:prstGeom>
          <a:noFill/>
        </p:spPr>
        <p:txBody>
          <a:bodyPr wrap="square" lIns="0" tIns="0" rIns="0" bIns="0" anchor="t">
            <a:spAutoFit/>
          </a:bodyPr>
          <a:lstStyle/>
          <a:p>
            <a:pPr algn="l">
              <a:lnSpc>
                <a:spcPts val="2878"/>
              </a:lnSpc>
              <a:defRPr/>
            </a:pPr>
            <a:endParaRPr>
              <a:latin typeface="Montserrat"/>
            </a:endParaRPr>
          </a:p>
        </p:txBody>
      </p:sp>
      <p:sp>
        <p:nvSpPr>
          <p:cNvPr id="369785089" name="TextBox 9"/>
          <p:cNvSpPr txBox="1"/>
          <p:nvPr/>
        </p:nvSpPr>
        <p:spPr bwMode="auto">
          <a:xfrm>
            <a:off x="1143000" y="5450232"/>
            <a:ext cx="4667608" cy="335988"/>
          </a:xfrm>
          <a:prstGeom prst="rect">
            <a:avLst/>
          </a:prstGeom>
          <a:noFill/>
        </p:spPr>
        <p:txBody>
          <a:bodyPr wrap="square" lIns="0" tIns="0" rIns="0" bIns="0" anchor="t">
            <a:spAutoFit/>
          </a:bodyPr>
          <a:lstStyle/>
          <a:p>
            <a:pPr algn="l">
              <a:lnSpc>
                <a:spcPts val="2878"/>
              </a:lnSpc>
              <a:defRPr/>
            </a:pPr>
            <a:endParaRPr>
              <a:latin typeface="Montserrat"/>
            </a:endParaRPr>
          </a:p>
        </p:txBody>
      </p:sp>
      <p:sp>
        <p:nvSpPr>
          <p:cNvPr id="106881451" name="TextBox 10"/>
          <p:cNvSpPr txBox="1"/>
          <p:nvPr/>
        </p:nvSpPr>
        <p:spPr bwMode="auto">
          <a:xfrm>
            <a:off x="6762748" y="4115097"/>
            <a:ext cx="4667608" cy="335988"/>
          </a:xfrm>
          <a:prstGeom prst="rect">
            <a:avLst/>
          </a:prstGeom>
          <a:noFill/>
        </p:spPr>
        <p:txBody>
          <a:bodyPr wrap="square" lIns="0" tIns="0" rIns="0" bIns="0" anchor="t">
            <a:spAutoFit/>
          </a:bodyPr>
          <a:lstStyle/>
          <a:p>
            <a:pPr algn="l">
              <a:lnSpc>
                <a:spcPts val="2878"/>
              </a:lnSpc>
              <a:defRPr/>
            </a:pPr>
            <a:endParaRPr>
              <a:latin typeface="Montserrat"/>
            </a:endParaRPr>
          </a:p>
        </p:txBody>
      </p:sp>
      <p:sp>
        <p:nvSpPr>
          <p:cNvPr id="895534262" name="TextBox 11"/>
          <p:cNvSpPr txBox="1"/>
          <p:nvPr/>
        </p:nvSpPr>
        <p:spPr bwMode="auto">
          <a:xfrm>
            <a:off x="6762748" y="5450232"/>
            <a:ext cx="4667608" cy="335988"/>
          </a:xfrm>
          <a:prstGeom prst="rect">
            <a:avLst/>
          </a:prstGeom>
          <a:noFill/>
        </p:spPr>
        <p:txBody>
          <a:bodyPr wrap="square" lIns="0" tIns="0" rIns="0" bIns="0" anchor="t">
            <a:spAutoFit/>
          </a:bodyPr>
          <a:lstStyle/>
          <a:p>
            <a:pPr algn="l">
              <a:lnSpc>
                <a:spcPts val="2878"/>
              </a:lnSpc>
              <a:defRPr/>
            </a:pPr>
            <a:endParaRPr>
              <a:latin typeface="Montserrat"/>
            </a:endParaRPr>
          </a:p>
        </p:txBody>
      </p:sp>
      <p:sp>
        <p:nvSpPr>
          <p:cNvPr id="194397411" name="Rectangle 3"/>
          <p:cNvSpPr/>
          <p:nvPr/>
        </p:nvSpPr>
        <p:spPr bwMode="auto">
          <a:xfrm>
            <a:off x="670559" y="1084041"/>
            <a:ext cx="10667999" cy="28575"/>
          </a:xfrm>
          <a:prstGeom prst="rect">
            <a:avLst/>
          </a:prstGeom>
          <a:solidFill>
            <a:srgbClr val="4338C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latin typeface="Montserrat"/>
            </a:endParaRPr>
          </a:p>
        </p:txBody>
      </p:sp>
      <p:graphicFrame>
        <p:nvGraphicFramePr>
          <p:cNvPr id="1113529287" name="Table 1113529286"/>
          <p:cNvGraphicFramePr>
            <a:graphicFrameLocks/>
          </p:cNvGraphicFramePr>
          <p:nvPr/>
        </p:nvGraphicFramePr>
        <p:xfrm>
          <a:off x="670559" y="1189052"/>
          <a:ext cx="10655296" cy="5581684"/>
        </p:xfrm>
        <a:graphic>
          <a:graphicData uri="http://schemas.openxmlformats.org/drawingml/2006/table">
            <a:tbl>
              <a:tblPr firstRow="1" bandRow="1">
                <a:tableStyleId>{5C22544A-7EE6-4342-B048-85BDC9FD1C3A}</a:tableStyleId>
              </a:tblPr>
              <a:tblGrid>
                <a:gridCol w="2663824">
                  <a:extLst>
                    <a:ext uri="{9D8B030D-6E8A-4147-A177-3AD203B41FA5}">
                      <a16:colId xmlns:a16="http://schemas.microsoft.com/office/drawing/2014/main" val="20000"/>
                    </a:ext>
                  </a:extLst>
                </a:gridCol>
                <a:gridCol w="2663824">
                  <a:extLst>
                    <a:ext uri="{9D8B030D-6E8A-4147-A177-3AD203B41FA5}">
                      <a16:colId xmlns:a16="http://schemas.microsoft.com/office/drawing/2014/main" val="20001"/>
                    </a:ext>
                  </a:extLst>
                </a:gridCol>
                <a:gridCol w="2663824">
                  <a:extLst>
                    <a:ext uri="{9D8B030D-6E8A-4147-A177-3AD203B41FA5}">
                      <a16:colId xmlns:a16="http://schemas.microsoft.com/office/drawing/2014/main" val="20002"/>
                    </a:ext>
                  </a:extLst>
                </a:gridCol>
                <a:gridCol w="2663824">
                  <a:extLst>
                    <a:ext uri="{9D8B030D-6E8A-4147-A177-3AD203B41FA5}">
                      <a16:colId xmlns:a16="http://schemas.microsoft.com/office/drawing/2014/main" val="20003"/>
                    </a:ext>
                  </a:extLst>
                </a:gridCol>
              </a:tblGrid>
              <a:tr h="1133891">
                <a:tc>
                  <a:txBody>
                    <a:bodyPr/>
                    <a:lstStyle/>
                    <a:p>
                      <a:pPr>
                        <a:defRPr/>
                      </a:pPr>
                      <a:r>
                        <a:rPr sz="1200" b="1" i="0" u="none">
                          <a:solidFill>
                            <a:srgbClr val="000000"/>
                          </a:solidFill>
                          <a:latin typeface="Montserrat"/>
                          <a:ea typeface="Montserrat"/>
                          <a:cs typeface="Montserrat"/>
                        </a:rPr>
                        <a:t>Real-Time Fraud Detection Using Kafka and Machine Learning</a:t>
                      </a:r>
                      <a:endParaRPr>
                        <a:latin typeface="Montserrat"/>
                        <a:cs typeface="Montserrat"/>
                      </a:endParaRPr>
                    </a:p>
                  </a:txBody>
                  <a:tcPr/>
                </a:tc>
                <a:tc>
                  <a:txBody>
                    <a:bodyPr/>
                    <a:lstStyle/>
                    <a:p>
                      <a:pPr>
                        <a:defRPr/>
                      </a:pPr>
                      <a:r>
                        <a:rPr u="sng">
                          <a:latin typeface="Montserrat"/>
                          <a:ea typeface="Montserrat"/>
                          <a:cs typeface="Montserrat"/>
                          <a:hlinkClick r:id="rId3"/>
                        </a:rPr>
                        <a:t>DEV Community</a:t>
                      </a:r>
                      <a:endParaRPr>
                        <a:latin typeface="Montserrat"/>
                        <a:cs typeface="Montserrat"/>
                      </a:endParaRPr>
                    </a:p>
                  </a:txBody>
                  <a:tcPr/>
                </a:tc>
                <a:tc>
                  <a:txBody>
                    <a:bodyPr/>
                    <a:lstStyle/>
                    <a:p>
                      <a:pPr>
                        <a:defRPr/>
                      </a:pPr>
                      <a:r>
                        <a:rPr sz="1200" b="0" i="0" u="none">
                          <a:solidFill>
                            <a:srgbClr val="000000"/>
                          </a:solidFill>
                          <a:latin typeface="Montserrat"/>
                          <a:ea typeface="Montserrat"/>
                          <a:cs typeface="Montserrat"/>
                        </a:rPr>
                        <a:t>The proof of concept uses a simple model and a limited set of transaction features.</a:t>
                      </a:r>
                      <a:endParaRPr>
                        <a:latin typeface="Montserrat"/>
                        <a:cs typeface="Montserrat"/>
                      </a:endParaRPr>
                    </a:p>
                  </a:txBody>
                  <a:tcPr/>
                </a:tc>
                <a:tc>
                  <a:txBody>
                    <a:bodyPr/>
                    <a:lstStyle/>
                    <a:p>
                      <a:pPr>
                        <a:defRPr/>
                      </a:pPr>
                      <a:r>
                        <a:rPr sz="1200" b="0" i="0" u="none">
                          <a:solidFill>
                            <a:srgbClr val="000000"/>
                          </a:solidFill>
                          <a:latin typeface="Montserrat"/>
                          <a:ea typeface="Montserrat"/>
                          <a:cs typeface="Montserrat"/>
                        </a:rPr>
                        <a:t>Add event-time windows, configurable anomaly rules, and richer transaction features.</a:t>
                      </a:r>
                      <a:endParaRPr>
                        <a:latin typeface="Montserrat"/>
                        <a:cs typeface="Montserrat"/>
                      </a:endParaRPr>
                    </a:p>
                  </a:txBody>
                  <a:tcPr/>
                </a:tc>
                <a:extLst>
                  <a:ext uri="{0D108BD9-81ED-4DB2-BD59-A6C34878D82A}">
                    <a16:rowId xmlns:a16="http://schemas.microsoft.com/office/drawing/2014/main" val="10000"/>
                  </a:ext>
                </a:extLst>
              </a:tr>
              <a:tr h="1133891">
                <a:tc>
                  <a:txBody>
                    <a:bodyPr/>
                    <a:lstStyle/>
                    <a:p>
                      <a:pPr>
                        <a:defRPr/>
                      </a:pPr>
                      <a:r>
                        <a:rPr sz="1200" b="1" i="0" u="none">
                          <a:solidFill>
                            <a:srgbClr val="000000"/>
                          </a:solidFill>
                          <a:latin typeface="Montserrat"/>
                          <a:ea typeface="Montserrat"/>
                          <a:cs typeface="Montserrat"/>
                        </a:rPr>
                        <a:t>Anomaly Detection: A Survey</a:t>
                      </a:r>
                      <a:endParaRPr>
                        <a:latin typeface="Montserrat"/>
                        <a:cs typeface="Montserrat"/>
                      </a:endParaRPr>
                    </a:p>
                  </a:txBody>
                  <a:tcPr/>
                </a:tc>
                <a:tc>
                  <a:txBody>
                    <a:bodyPr/>
                    <a:lstStyle/>
                    <a:p>
                      <a:pPr>
                        <a:defRPr/>
                      </a:pPr>
                      <a:r>
                        <a:rPr u="sng">
                          <a:latin typeface="Montserrat"/>
                          <a:ea typeface="Montserrat"/>
                          <a:cs typeface="Montserrat"/>
                          <a:hlinkClick r:id="rId4"/>
                        </a:rPr>
                        <a:t>ACM / Paper</a:t>
                      </a:r>
                      <a:endParaRPr>
                        <a:latin typeface="Montserrat"/>
                        <a:cs typeface="Montserrat"/>
                      </a:endParaRPr>
                    </a:p>
                  </a:txBody>
                  <a:tcPr/>
                </a:tc>
                <a:tc>
                  <a:txBody>
                    <a:bodyPr/>
                    <a:lstStyle/>
                    <a:p>
                      <a:pPr>
                        <a:defRPr/>
                      </a:pPr>
                      <a:r>
                        <a:rPr sz="1200" b="0" i="0" u="none">
                          <a:solidFill>
                            <a:srgbClr val="000000"/>
                          </a:solidFill>
                          <a:latin typeface="Montserrat"/>
                          <a:ea typeface="Montserrat"/>
                          <a:cs typeface="Montserrat"/>
                        </a:rPr>
                        <a:t>The study provides a broad overview of anomaly detection but is not specifically focused on streaming banking transactions.</a:t>
                      </a:r>
                      <a:endParaRPr>
                        <a:latin typeface="Montserrat"/>
                        <a:cs typeface="Montserrat"/>
                      </a:endParaRPr>
                    </a:p>
                  </a:txBody>
                  <a:tcPr/>
                </a:tc>
                <a:tc>
                  <a:txBody>
                    <a:bodyPr/>
                    <a:lstStyle/>
                    <a:p>
                      <a:pPr>
                        <a:defRPr/>
                      </a:pPr>
                      <a:r>
                        <a:rPr sz="1200" b="0" i="0" u="none">
                          <a:solidFill>
                            <a:srgbClr val="000000"/>
                          </a:solidFill>
                          <a:latin typeface="Montserrat"/>
                          <a:ea typeface="Montserrat"/>
                          <a:cs typeface="Montserrat"/>
                        </a:rPr>
                        <a:t>Select lightweight and explainable anomaly detection methods suitable for continuous transaction streams.</a:t>
                      </a:r>
                      <a:endParaRPr>
                        <a:latin typeface="Montserrat"/>
                        <a:cs typeface="Montserrat"/>
                      </a:endParaRPr>
                    </a:p>
                  </a:txBody>
                  <a:tcPr/>
                </a:tc>
                <a:extLst>
                  <a:ext uri="{0D108BD9-81ED-4DB2-BD59-A6C34878D82A}">
                    <a16:rowId xmlns:a16="http://schemas.microsoft.com/office/drawing/2014/main" val="10001"/>
                  </a:ext>
                </a:extLst>
              </a:tr>
              <a:tr h="1104634">
                <a:tc>
                  <a:txBody>
                    <a:bodyPr/>
                    <a:lstStyle/>
                    <a:p>
                      <a:pPr>
                        <a:defRPr/>
                      </a:pPr>
                      <a:r>
                        <a:rPr sz="1200" b="1" i="0" u="none">
                          <a:solidFill>
                            <a:srgbClr val="000000"/>
                          </a:solidFill>
                          <a:latin typeface="Montserrat"/>
                          <a:ea typeface="Montserrat"/>
                          <a:cs typeface="Montserrat"/>
                        </a:rPr>
                        <a:t>SCARFF: A Scalable Framework for Streaming Credit Card Fraud Detection with Spark</a:t>
                      </a:r>
                      <a:endParaRPr>
                        <a:latin typeface="Montserrat"/>
                        <a:cs typeface="Montserrat"/>
                      </a:endParaRPr>
                    </a:p>
                  </a:txBody>
                  <a:tcPr/>
                </a:tc>
                <a:tc>
                  <a:txBody>
                    <a:bodyPr/>
                    <a:lstStyle/>
                    <a:p>
                      <a:pPr>
                        <a:defRPr/>
                      </a:pPr>
                      <a:r>
                        <a:rPr u="sng">
                          <a:latin typeface="Montserrat"/>
                          <a:ea typeface="Montserrat"/>
                          <a:cs typeface="Montserrat"/>
                          <a:hlinkClick r:id="rId5"/>
                        </a:rPr>
                        <a:t>ScienceDirect</a:t>
                      </a:r>
                      <a:endParaRPr>
                        <a:latin typeface="Montserrat"/>
                        <a:cs typeface="Montserrat"/>
                      </a:endParaRPr>
                    </a:p>
                  </a:txBody>
                  <a:tcPr/>
                </a:tc>
                <a:tc>
                  <a:txBody>
                    <a:bodyPr/>
                    <a:lstStyle/>
                    <a:p>
                      <a:pPr>
                        <a:defRPr/>
                      </a:pPr>
                      <a:r>
                        <a:rPr sz="1200" b="0" i="0" u="none">
                          <a:solidFill>
                            <a:srgbClr val="000000"/>
                          </a:solidFill>
                          <a:latin typeface="Montserrat"/>
                          <a:ea typeface="Montserrat"/>
                          <a:cs typeface="Montserrat"/>
                        </a:rPr>
                        <a:t>SCARFF provides a more complex fraud detection framework than required for a project-scale academic implementation.</a:t>
                      </a:r>
                      <a:endParaRPr>
                        <a:latin typeface="Montserrat"/>
                        <a:cs typeface="Montserrat"/>
                      </a:endParaRPr>
                    </a:p>
                  </a:txBody>
                  <a:tcPr/>
                </a:tc>
                <a:tc>
                  <a:txBody>
                    <a:bodyPr/>
                    <a:lstStyle/>
                    <a:p>
                      <a:pPr>
                        <a:defRPr/>
                      </a:pPr>
                      <a:r>
                        <a:rPr sz="1200" b="0" i="0" u="none">
                          <a:solidFill>
                            <a:srgbClr val="000000"/>
                          </a:solidFill>
                          <a:latin typeface="Montserrat"/>
                          <a:ea typeface="Montserrat"/>
                          <a:cs typeface="Montserrat"/>
                        </a:rPr>
                        <a:t>Apply its streaming and feature-engineering ideas while keeping BankFlow's anomaly monitoring simple and explainable.</a:t>
                      </a:r>
                      <a:endParaRPr>
                        <a:latin typeface="Montserrat"/>
                        <a:cs typeface="Montserrat"/>
                      </a:endParaRPr>
                    </a:p>
                  </a:txBody>
                  <a:tcPr/>
                </a:tc>
                <a:extLst>
                  <a:ext uri="{0D108BD9-81ED-4DB2-BD59-A6C34878D82A}">
                    <a16:rowId xmlns:a16="http://schemas.microsoft.com/office/drawing/2014/main" val="10002"/>
                  </a:ext>
                </a:extLst>
              </a:tr>
              <a:tr h="1104634">
                <a:tc>
                  <a:txBody>
                    <a:bodyPr/>
                    <a:lstStyle/>
                    <a:p>
                      <a:pPr>
                        <a:defRPr/>
                      </a:pPr>
                      <a:r>
                        <a:rPr sz="1200" b="1" i="0" u="none">
                          <a:solidFill>
                            <a:srgbClr val="000000"/>
                          </a:solidFill>
                          <a:latin typeface="Montserrat"/>
                          <a:ea typeface="Montserrat"/>
                          <a:cs typeface="Montserrat"/>
                        </a:rPr>
                        <a:t>Credit Card Fraud Detection: A Realistic Modeling and a Novel Learning Strategy</a:t>
                      </a:r>
                      <a:endParaRPr>
                        <a:latin typeface="Montserrat"/>
                        <a:cs typeface="Montserrat"/>
                      </a:endParaRPr>
                    </a:p>
                  </a:txBody>
                  <a:tcPr/>
                </a:tc>
                <a:tc>
                  <a:txBody>
                    <a:bodyPr/>
                    <a:lstStyle/>
                    <a:p>
                      <a:pPr>
                        <a:defRPr/>
                      </a:pPr>
                      <a:r>
                        <a:rPr u="sng">
                          <a:latin typeface="Montserrat"/>
                          <a:ea typeface="Montserrat"/>
                          <a:cs typeface="Montserrat"/>
                          <a:hlinkClick r:id="rId6"/>
                        </a:rPr>
                        <a:t>IEEE / DOI</a:t>
                      </a:r>
                      <a:endParaRPr>
                        <a:latin typeface="Montserrat"/>
                        <a:cs typeface="Montserrat"/>
                      </a:endParaRPr>
                    </a:p>
                  </a:txBody>
                  <a:tcPr/>
                </a:tc>
                <a:tc>
                  <a:txBody>
                    <a:bodyPr/>
                    <a:lstStyle/>
                    <a:p>
                      <a:pPr>
                        <a:defRPr/>
                      </a:pPr>
                      <a:r>
                        <a:rPr sz="1200" b="0" i="0" u="none">
                          <a:solidFill>
                            <a:srgbClr val="000000"/>
                          </a:solidFill>
                          <a:latin typeface="Montserrat"/>
                          <a:ea typeface="Montserrat"/>
                          <a:cs typeface="Montserrat"/>
                        </a:rPr>
                        <a:t>The study focuses on supervised fraud detection, concept drift, and class imbalance, which require labelled historical data.</a:t>
                      </a:r>
                      <a:endParaRPr>
                        <a:latin typeface="Montserrat"/>
                        <a:cs typeface="Montserrat"/>
                      </a:endParaRPr>
                    </a:p>
                  </a:txBody>
                  <a:tcPr/>
                </a:tc>
                <a:tc>
                  <a:txBody>
                    <a:bodyPr/>
                    <a:lstStyle/>
                    <a:p>
                      <a:pPr>
                        <a:defRPr/>
                      </a:pPr>
                      <a:r>
                        <a:rPr sz="1200" b="0" i="0" u="none">
                          <a:solidFill>
                            <a:srgbClr val="000000"/>
                          </a:solidFill>
                          <a:latin typeface="Montserrat"/>
                          <a:ea typeface="Montserrat"/>
                          <a:cs typeface="Montserrat"/>
                        </a:rPr>
                        <a:t>Evaluate adaptive anomaly detection models when labelled transaction data becomes available.</a:t>
                      </a:r>
                      <a:endParaRPr>
                        <a:latin typeface="Montserrat"/>
                        <a:cs typeface="Montserrat"/>
                      </a:endParaRPr>
                    </a:p>
                  </a:txBody>
                  <a:tcPr/>
                </a:tc>
                <a:extLst>
                  <a:ext uri="{0D108BD9-81ED-4DB2-BD59-A6C34878D82A}">
                    <a16:rowId xmlns:a16="http://schemas.microsoft.com/office/drawing/2014/main" val="10003"/>
                  </a:ext>
                </a:extLst>
              </a:tr>
              <a:tr h="1104634">
                <a:tc>
                  <a:txBody>
                    <a:bodyPr/>
                    <a:lstStyle/>
                    <a:p>
                      <a:pPr>
                        <a:defRPr/>
                      </a:pPr>
                      <a:r>
                        <a:rPr sz="1200" b="1" i="0" u="none">
                          <a:solidFill>
                            <a:srgbClr val="000000"/>
                          </a:solidFill>
                          <a:latin typeface="Montserrat"/>
                          <a:ea typeface="Montserrat"/>
                          <a:cs typeface="Montserrat"/>
                        </a:rPr>
                        <a:t>Sequence Classification for Credit-Card Fraud Detection</a:t>
                      </a:r>
                      <a:endParaRPr>
                        <a:latin typeface="Montserrat"/>
                        <a:cs typeface="Montserrat"/>
                      </a:endParaRPr>
                    </a:p>
                  </a:txBody>
                  <a:tcPr/>
                </a:tc>
                <a:tc>
                  <a:txBody>
                    <a:bodyPr/>
                    <a:lstStyle/>
                    <a:p>
                      <a:pPr>
                        <a:defRPr/>
                      </a:pPr>
                      <a:r>
                        <a:rPr u="sng">
                          <a:latin typeface="Montserrat"/>
                          <a:ea typeface="Montserrat"/>
                          <a:cs typeface="Montserrat"/>
                          <a:hlinkClick r:id="rId7"/>
                        </a:rPr>
                        <a:t>ScienceDirect</a:t>
                      </a:r>
                      <a:endParaRPr>
                        <a:latin typeface="Montserrat"/>
                        <a:cs typeface="Montserrat"/>
                      </a:endParaRPr>
                    </a:p>
                  </a:txBody>
                  <a:tcPr/>
                </a:tc>
                <a:tc>
                  <a:txBody>
                    <a:bodyPr/>
                    <a:lstStyle/>
                    <a:p>
                      <a:pPr>
                        <a:defRPr/>
                      </a:pPr>
                      <a:r>
                        <a:rPr sz="1200" b="0" i="0" u="none">
                          <a:solidFill>
                            <a:srgbClr val="000000"/>
                          </a:solidFill>
                          <a:latin typeface="Montserrat"/>
                          <a:ea typeface="Montserrat"/>
                          <a:cs typeface="Montserrat"/>
                        </a:rPr>
                        <a:t>Sequence-based methods require transaction history and more complex feature preparation than the current rule-based approach.</a:t>
                      </a:r>
                      <a:endParaRPr>
                        <a:latin typeface="Montserrat"/>
                        <a:cs typeface="Montserrat"/>
                      </a:endParaRPr>
                    </a:p>
                  </a:txBody>
                  <a:tcPr/>
                </a:tc>
                <a:tc>
                  <a:txBody>
                    <a:bodyPr/>
                    <a:lstStyle/>
                    <a:p>
                      <a:pPr>
                        <a:defRPr/>
                      </a:pPr>
                      <a:r>
                        <a:rPr sz="1200" b="0" i="0" u="none">
                          <a:solidFill>
                            <a:srgbClr val="000000"/>
                          </a:solidFill>
                          <a:latin typeface="Montserrat"/>
                          <a:ea typeface="Montserrat"/>
                          <a:cs typeface="Montserrat"/>
                        </a:rPr>
                        <a:t>Extend BankFlow with temporal or sequence-based models after the core streaming pipeline is stable.</a:t>
                      </a:r>
                      <a:endParaRPr>
                        <a:latin typeface="Montserrat"/>
                        <a:cs typeface="Montserrat"/>
                      </a:endParaRPr>
                    </a:p>
                  </a:txBody>
                  <a:tcPr/>
                </a:tc>
                <a:extLst>
                  <a:ext uri="{0D108BD9-81ED-4DB2-BD59-A6C34878D82A}">
                    <a16:rowId xmlns:a16="http://schemas.microsoft.com/office/drawing/2014/main" val="10004"/>
                  </a:ext>
                </a:extLst>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PhAnim="0">
  <p:cSld>
    <p:bg>
      <p:bgPr>
        <a:solidFill>
          <a:srgbClr val="FFFFFF"/>
        </a:solidFill>
        <a:effectLst/>
      </p:bgPr>
    </p:bg>
    <p:spTree>
      <p:nvGrpSpPr>
        <p:cNvPr id="1" name=""/>
        <p:cNvGrpSpPr/>
        <p:nvPr/>
      </p:nvGrpSpPr>
      <p:grpSpPr bwMode="auto">
        <a:xfrm>
          <a:off x="0" y="0"/>
          <a:ext cx="0" cy="0"/>
          <a:chOff x="0" y="0"/>
          <a:chExt cx="0" cy="0"/>
        </a:xfrm>
      </p:grpSpPr>
      <p:sp>
        <p:nvSpPr>
          <p:cNvPr id="332639472" name="TextBox 3"/>
          <p:cNvSpPr txBox="1"/>
          <p:nvPr/>
        </p:nvSpPr>
        <p:spPr bwMode="auto">
          <a:xfrm>
            <a:off x="560830" y="290340"/>
            <a:ext cx="11211838" cy="549000"/>
          </a:xfrm>
          <a:prstGeom prst="rect">
            <a:avLst/>
          </a:prstGeom>
          <a:noFill/>
        </p:spPr>
        <p:txBody>
          <a:bodyPr wrap="square" lIns="0" tIns="0" rIns="0" bIns="0" anchor="t">
            <a:spAutoFit/>
          </a:bodyPr>
          <a:lstStyle/>
          <a:p>
            <a:pPr>
              <a:defRPr/>
            </a:pPr>
            <a:r>
              <a:rPr sz="3600" dirty="0">
                <a:latin typeface="Montserrat"/>
                <a:ea typeface="Montserrat"/>
                <a:cs typeface="Montserrat"/>
              </a:rPr>
              <a:t>System Architecture</a:t>
            </a:r>
            <a:endParaRPr sz="4000" dirty="0">
              <a:latin typeface="Montserrat"/>
              <a:cs typeface="Montserrat"/>
            </a:endParaRPr>
          </a:p>
        </p:txBody>
      </p:sp>
      <p:sp>
        <p:nvSpPr>
          <p:cNvPr id="1678796799" name="TextBox 5"/>
          <p:cNvSpPr txBox="1"/>
          <p:nvPr/>
        </p:nvSpPr>
        <p:spPr bwMode="auto">
          <a:xfrm>
            <a:off x="761998" y="1064413"/>
            <a:ext cx="4790956" cy="274678"/>
          </a:xfrm>
          <a:prstGeom prst="rect">
            <a:avLst/>
          </a:prstGeom>
          <a:noFill/>
        </p:spPr>
        <p:txBody>
          <a:bodyPr wrap="square" lIns="0" tIns="0" rIns="0" bIns="0" anchor="t">
            <a:spAutoFit/>
          </a:bodyPr>
          <a:lstStyle/>
          <a:p>
            <a:pPr algn="l">
              <a:defRPr/>
            </a:pPr>
            <a:endParaRPr>
              <a:latin typeface="Montserrat"/>
            </a:endParaRPr>
          </a:p>
        </p:txBody>
      </p:sp>
      <p:sp>
        <p:nvSpPr>
          <p:cNvPr id="653131445" name="TextBox 8"/>
          <p:cNvSpPr txBox="1"/>
          <p:nvPr/>
        </p:nvSpPr>
        <p:spPr bwMode="auto">
          <a:xfrm>
            <a:off x="1143000" y="4115097"/>
            <a:ext cx="4667608" cy="335988"/>
          </a:xfrm>
          <a:prstGeom prst="rect">
            <a:avLst/>
          </a:prstGeom>
          <a:noFill/>
        </p:spPr>
        <p:txBody>
          <a:bodyPr wrap="square" lIns="0" tIns="0" rIns="0" bIns="0" anchor="t">
            <a:spAutoFit/>
          </a:bodyPr>
          <a:lstStyle/>
          <a:p>
            <a:pPr algn="l">
              <a:lnSpc>
                <a:spcPts val="2878"/>
              </a:lnSpc>
              <a:defRPr/>
            </a:pPr>
            <a:endParaRPr>
              <a:latin typeface="Montserrat"/>
            </a:endParaRPr>
          </a:p>
        </p:txBody>
      </p:sp>
      <p:sp>
        <p:nvSpPr>
          <p:cNvPr id="272274488" name="TextBox 9"/>
          <p:cNvSpPr txBox="1"/>
          <p:nvPr/>
        </p:nvSpPr>
        <p:spPr bwMode="auto">
          <a:xfrm>
            <a:off x="1143000" y="5450232"/>
            <a:ext cx="4667608" cy="335988"/>
          </a:xfrm>
          <a:prstGeom prst="rect">
            <a:avLst/>
          </a:prstGeom>
          <a:noFill/>
        </p:spPr>
        <p:txBody>
          <a:bodyPr wrap="square" lIns="0" tIns="0" rIns="0" bIns="0" anchor="t">
            <a:spAutoFit/>
          </a:bodyPr>
          <a:lstStyle/>
          <a:p>
            <a:pPr algn="l">
              <a:lnSpc>
                <a:spcPts val="2878"/>
              </a:lnSpc>
              <a:defRPr/>
            </a:pPr>
            <a:endParaRPr>
              <a:latin typeface="Montserrat"/>
            </a:endParaRPr>
          </a:p>
        </p:txBody>
      </p:sp>
      <p:sp>
        <p:nvSpPr>
          <p:cNvPr id="1708776231" name="TextBox 10"/>
          <p:cNvSpPr txBox="1"/>
          <p:nvPr/>
        </p:nvSpPr>
        <p:spPr bwMode="auto">
          <a:xfrm>
            <a:off x="6762748" y="4115097"/>
            <a:ext cx="4667608" cy="335988"/>
          </a:xfrm>
          <a:prstGeom prst="rect">
            <a:avLst/>
          </a:prstGeom>
          <a:noFill/>
        </p:spPr>
        <p:txBody>
          <a:bodyPr wrap="square" lIns="0" tIns="0" rIns="0" bIns="0" anchor="t">
            <a:spAutoFit/>
          </a:bodyPr>
          <a:lstStyle/>
          <a:p>
            <a:pPr algn="l">
              <a:lnSpc>
                <a:spcPts val="2878"/>
              </a:lnSpc>
              <a:defRPr/>
            </a:pPr>
            <a:endParaRPr>
              <a:latin typeface="Montserrat"/>
            </a:endParaRPr>
          </a:p>
        </p:txBody>
      </p:sp>
      <p:sp>
        <p:nvSpPr>
          <p:cNvPr id="1775688052" name="TextBox 11"/>
          <p:cNvSpPr txBox="1"/>
          <p:nvPr/>
        </p:nvSpPr>
        <p:spPr bwMode="auto">
          <a:xfrm>
            <a:off x="6762748" y="5450232"/>
            <a:ext cx="4667608" cy="335988"/>
          </a:xfrm>
          <a:prstGeom prst="rect">
            <a:avLst/>
          </a:prstGeom>
          <a:noFill/>
        </p:spPr>
        <p:txBody>
          <a:bodyPr wrap="square" lIns="0" tIns="0" rIns="0" bIns="0" anchor="t">
            <a:spAutoFit/>
          </a:bodyPr>
          <a:lstStyle/>
          <a:p>
            <a:pPr algn="l">
              <a:lnSpc>
                <a:spcPts val="2878"/>
              </a:lnSpc>
              <a:defRPr/>
            </a:pPr>
            <a:endParaRPr>
              <a:latin typeface="Montserrat"/>
            </a:endParaRPr>
          </a:p>
        </p:txBody>
      </p:sp>
      <p:sp>
        <p:nvSpPr>
          <p:cNvPr id="182589584" name="Rectangle 3"/>
          <p:cNvSpPr/>
          <p:nvPr/>
        </p:nvSpPr>
        <p:spPr bwMode="auto">
          <a:xfrm>
            <a:off x="560830" y="1008328"/>
            <a:ext cx="10667999" cy="28575"/>
          </a:xfrm>
          <a:prstGeom prst="rect">
            <a:avLst/>
          </a:prstGeom>
          <a:solidFill>
            <a:srgbClr val="4338C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latin typeface="Montserrat"/>
            </a:endParaRPr>
          </a:p>
        </p:txBody>
      </p:sp>
      <p:pic>
        <p:nvPicPr>
          <p:cNvPr id="3" name="Picture 2">
            <a:extLst>
              <a:ext uri="{FF2B5EF4-FFF2-40B4-BE49-F238E27FC236}">
                <a16:creationId xmlns:a16="http://schemas.microsoft.com/office/drawing/2014/main" id="{5199540F-DC11-8658-6AB5-F4074F793F36}"/>
              </a:ext>
            </a:extLst>
          </p:cNvPr>
          <p:cNvPicPr>
            <a:picLocks noChangeAspect="1"/>
          </p:cNvPicPr>
          <p:nvPr/>
        </p:nvPicPr>
        <p:blipFill>
          <a:blip r:embed="rId3"/>
          <a:srcRect t="15030"/>
          <a:stretch>
            <a:fillRect/>
          </a:stretch>
        </p:blipFill>
        <p:spPr>
          <a:xfrm>
            <a:off x="0" y="2140361"/>
            <a:ext cx="12124466" cy="343405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1142963147" name="TextBox 650875185"/>
          <p:cNvSpPr txBox="1"/>
          <p:nvPr/>
        </p:nvSpPr>
        <p:spPr bwMode="auto">
          <a:xfrm>
            <a:off x="3906225" y="2057400"/>
            <a:ext cx="184731" cy="717632"/>
          </a:xfrm>
          <a:prstGeom prst="rect">
            <a:avLst/>
          </a:prstGeom>
          <a:noFill/>
        </p:spPr>
        <p:txBody>
          <a:bodyPr vertOverflow="overflow" horzOverflow="overflow" vert="horz" wrap="none" lIns="91440" tIns="45720" rIns="91440" bIns="45720" numCol="1" spcCol="0" rtlCol="0" fromWordArt="0" anchor="t" anchorCtr="0" forceAA="0" compatLnSpc="0">
            <a:spAutoFit/>
          </a:bodyPr>
          <a:lstStyle/>
          <a:p>
            <a:pPr>
              <a:defRPr/>
            </a:pPr>
            <a:endParaRPr sz="4000">
              <a:latin typeface="Montserrat"/>
              <a:cs typeface="Helvetica"/>
            </a:endParaRPr>
          </a:p>
        </p:txBody>
      </p:sp>
      <p:sp>
        <p:nvSpPr>
          <p:cNvPr id="1284655839" name="TextBox 1042091765"/>
          <p:cNvSpPr txBox="1"/>
          <p:nvPr/>
        </p:nvSpPr>
        <p:spPr bwMode="auto">
          <a:xfrm>
            <a:off x="2473367" y="1819585"/>
            <a:ext cx="7245265" cy="3218830"/>
          </a:xfrm>
          <a:prstGeom prst="rect">
            <a:avLst/>
          </a:prstGeom>
          <a:noFill/>
        </p:spPr>
        <p:txBody>
          <a:bodyPr vertOverflow="overflow" horzOverflow="overflow" vert="horz" wrap="square" lIns="91440" tIns="45720" rIns="91440" bIns="45720" numCol="1" spcCol="0" rtlCol="0" fromWordArt="0" anchor="t" anchorCtr="0" forceAA="0" compatLnSpc="0">
            <a:spAutoFit/>
          </a:bodyPr>
          <a:lstStyle/>
          <a:p>
            <a:pPr algn="ctr">
              <a:defRPr/>
            </a:pPr>
            <a:r>
              <a:rPr sz="10000" b="1">
                <a:latin typeface="Montserrat"/>
              </a:rPr>
              <a:t>THANK YOU</a:t>
            </a:r>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Arial"/>
        <a:cs typeface="Arial"/>
      </a:majorFont>
      <a:minorFont>
        <a:latin typeface="Calibri"/>
        <a:ea typeface="Arial"/>
        <a:cs typeface="Arial"/>
      </a:minorFont>
    </a:fontScheme>
    <a:fmtScheme name="Office">
      <a:fillStyleLst>
        <a:solidFill>
          <a:schemeClr val="phClr"/>
        </a:solidFill>
        <a:gradFill>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gradFill>
        <a:gradFill>
          <a:gsLst>
            <a:gs pos="0">
              <a:schemeClr val="phClr">
                <a:tint val="80000"/>
                <a:satMod val="300000"/>
              </a:schemeClr>
            </a:gs>
            <a:gs pos="100000">
              <a:schemeClr val="phClr">
                <a:shade val="30000"/>
                <a:satMod val="200000"/>
              </a:schemeClr>
            </a:gs>
          </a:gsLst>
          <a:path path="circle"/>
        </a:gradFill>
      </a:bgFillStyleLst>
    </a:fmtScheme>
  </a:themeElements>
  <a:objectDefaults>
    <a:spDef>
      <a:spPr bwMode="auto"/>
      <a:bodyPr/>
      <a:lstStyle/>
      <a:style>
        <a:lnRef idx="1">
          <a:schemeClr val="accent1"/>
        </a:lnRef>
        <a:fillRef idx="3">
          <a:schemeClr val="accent1"/>
        </a:fillRef>
        <a:effectRef idx="2">
          <a:schemeClr val="accent1"/>
        </a:effectRef>
        <a:fontRef idx="minor">
          <a:schemeClr val="lt1"/>
        </a:fontRef>
      </a:style>
    </a:spDef>
    <a:lnDef>
      <a:spPr bwMode="auto"/>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
      <a:majorFont>
        <a:latin typeface="Calibri"/>
        <a:ea typeface="Arial"/>
        <a:cs typeface="Arial"/>
      </a:majorFont>
      <a:minorFont>
        <a:latin typeface="Calibri"/>
        <a:ea typeface="Arial"/>
        <a:cs typeface="Arial"/>
      </a:minorFont>
    </a:fontScheme>
    <a:fmtScheme name="Office">
      <a:fillStyleLst>
        <a:solidFill>
          <a:schemeClr val="phClr"/>
        </a:solidFill>
        <a:gradFill>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gradFill>
        <a:gradFill>
          <a:gsLst>
            <a:gs pos="0">
              <a:schemeClr val="phClr">
                <a:tint val="80000"/>
                <a:satMod val="300000"/>
              </a:schemeClr>
            </a:gs>
            <a:gs pos="100000">
              <a:schemeClr val="phClr">
                <a:shade val="30000"/>
                <a:satMod val="200000"/>
              </a:schemeClr>
            </a:gs>
          </a:gsLst>
          <a:path path="circle"/>
        </a:gradFill>
      </a:bgFillStyleLst>
    </a:fmtScheme>
  </a:themeElements>
  <a:objectDefaults>
    <a:spDef>
      <a:spPr bwMode="auto"/>
      <a:bodyPr/>
      <a:lstStyle/>
      <a:style>
        <a:lnRef idx="1">
          <a:schemeClr val="accent1"/>
        </a:lnRef>
        <a:fillRef idx="3">
          <a:schemeClr val="accent1"/>
        </a:fillRef>
        <a:effectRef idx="2">
          <a:schemeClr val="accent1"/>
        </a:effectRef>
        <a:fontRef idx="minor">
          <a:schemeClr val="lt1"/>
        </a:fontRef>
      </a:style>
    </a:spDef>
    <a:lnDef>
      <a:spPr bwMode="auto"/>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50</TotalTime>
  <Words>1116</Words>
  <Application>Microsoft Office PowerPoint</Application>
  <PresentationFormat>Widescreen</PresentationFormat>
  <Paragraphs>109</Paragraphs>
  <Slides>9</Slides>
  <Notes>9</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9</vt:i4>
      </vt:variant>
    </vt:vector>
  </HeadingPairs>
  <TitlesOfParts>
    <vt:vector size="13" baseType="lpstr">
      <vt:lpstr>Arial</vt:lpstr>
      <vt:lpstr>Calibri</vt:lpstr>
      <vt:lpstr>Montserrat</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Raghu Nandan Bheema</dc:creator>
  <cp:keywords/>
  <dc:description>generated using python-pptx</dc:description>
  <cp:lastModifiedBy>Raghu Nandan Bheema</cp:lastModifiedBy>
  <cp:revision>11</cp:revision>
  <dcterms:created xsi:type="dcterms:W3CDTF">2013-01-27T09:14:16Z</dcterms:created>
  <dcterms:modified xsi:type="dcterms:W3CDTF">2026-08-26T03:45:39Z</dcterms:modified>
  <cp:category/>
</cp:coreProperties>
</file>