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60" r:id="rId5"/>
    <p:sldId id="261" r:id="rId6"/>
    <p:sldId id="259" r:id="rId7"/>
  </p:sldIdLst>
  <p:sldSz cx="12192000" cy="6858000"/>
  <p:notesSz cx="6858000" cy="9144000"/>
  <p:defaultText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0" d="100"/>
          <a:sy n="70" d="100"/>
        </p:scale>
        <p:origin x="512"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2"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nchor="ctr"/>
          <a:lstStyle>
            <a:lvl1pPr algn="l">
              <a:defRPr sz="1200"/>
            </a:lvl1pPr>
          </a:lstStyle>
          <a:p>
            <a:pPr>
              <a:defRPr/>
            </a:pPr>
            <a:endParaRPr/>
          </a:p>
        </p:txBody>
      </p:sp>
      <p:sp>
        <p:nvSpPr>
          <p:cNvPr id="3" name="Date Placeholder 2"/>
          <p:cNvSpPr>
            <a:spLocks noGrp="1"/>
          </p:cNvSpPr>
          <p:nvPr>
            <p:ph type="dt" idx="2"/>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4" name="Date Placeholder 2"/>
          <p:cNvSpPr>
            <a:spLocks noGrp="1"/>
          </p:cNvSpPr>
          <p:nvPr>
            <p:ph type="dt" idx="3"/>
          </p:nvPr>
        </p:nvSpPr>
        <p:spPr bwMode="auto">
          <a:xfrm>
            <a:off x="3884613" y="0"/>
            <a:ext cx="2971800" cy="458788"/>
          </a:xfrm>
          <a:prstGeom prst="rect">
            <a:avLst/>
          </a:prstGeom>
        </p:spPr>
        <p:txBody>
          <a:bodyPr vert="horz" lIns="91440" tIns="45720" rIns="91440" bIns="45720" rtlCol="0" anchor="ctr"/>
          <a:lstStyle>
            <a:lvl1pPr algn="r">
              <a:defRPr sz="1200"/>
            </a:lvl1pPr>
          </a:lstStyle>
          <a:p>
            <a:pPr>
              <a:defRPr/>
            </a:pPr>
            <a:endParaRPr/>
          </a:p>
        </p:txBody>
      </p:sp>
      <p:sp>
        <p:nvSpPr>
          <p:cNvPr id="5" name="Notes Placeholder 4"/>
          <p:cNvSpPr>
            <a:spLocks noGrp="1"/>
          </p:cNvSpPr>
          <p:nvPr>
            <p:ph type="body" sz="quarter" idx="1"/>
          </p:nvPr>
        </p:nvSpPr>
        <p:spPr bwMode="auto">
          <a:xfrm>
            <a:off x="685800" y="4400550"/>
            <a:ext cx="5486400" cy="3600450"/>
          </a:xfrm>
          <a:prstGeom prst="rect">
            <a:avLst/>
          </a:prstGeom>
        </p:spPr>
        <p:txBody>
          <a:bodyPr vert="horz" lIns="91440" tIns="45720" rIns="91440" bIns="45720" rtlCol="0" anchor="ctr"/>
          <a:lstStyle/>
          <a:p>
            <a:pPr>
              <a:defRPr/>
            </a:pPr>
            <a:endParaRPr/>
          </a:p>
        </p:txBody>
      </p:sp>
      <p:sp>
        <p:nvSpPr>
          <p:cNvPr id="6"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a:p>
        </p:txBody>
      </p:sp>
      <p:sp>
        <p:nvSpPr>
          <p:cNvPr id="7" name="Slide Number Placeholder 6"/>
          <p:cNvSpPr>
            <a:spLocks noGrp="1"/>
          </p:cNvSpPr>
          <p:nvPr>
            <p:ph type="sldNum" sz="quarter" idx="10"/>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endParaRPr/>
          </a:p>
        </p:txBody>
      </p:sp>
    </p:spTree>
  </p:cSld>
  <p:clrMap bg1="lt1" tx1="dk1" bg2="lt2" tx2="dk2" accent1="accent1" accent2="accent2" accent3="accent3" accent4="accent4" accent5="accent5" accent6="accent6" hlink="hlink" folHlink="folHlink"/>
  <p:notesStyle>
    <a:lvl1pPr marL="0" algn="l" defTabSz="914400">
      <a:defRPr sz="1200">
        <a:solidFill>
          <a:schemeClr val="tx1"/>
        </a:solidFill>
        <a:latin typeface="+mn-lt"/>
        <a:ea typeface="+mn-ea"/>
        <a:cs typeface="+mn-cs"/>
      </a:defRPr>
    </a:lvl1pPr>
    <a:lvl2pPr marL="457200" algn="l" defTabSz="914400">
      <a:defRPr sz="1200">
        <a:solidFill>
          <a:schemeClr val="tx1"/>
        </a:solidFill>
        <a:latin typeface="+mn-lt"/>
        <a:ea typeface="+mn-ea"/>
        <a:cs typeface="+mn-cs"/>
      </a:defRPr>
    </a:lvl2pPr>
    <a:lvl3pPr marL="914400" algn="l" defTabSz="914400">
      <a:defRPr sz="1200">
        <a:solidFill>
          <a:schemeClr val="tx1"/>
        </a:solidFill>
        <a:latin typeface="+mn-lt"/>
        <a:ea typeface="+mn-ea"/>
        <a:cs typeface="+mn-cs"/>
      </a:defRPr>
    </a:lvl3pPr>
    <a:lvl4pPr marL="1371600" algn="l" defTabSz="914400">
      <a:defRPr sz="1200">
        <a:solidFill>
          <a:schemeClr val="tx1"/>
        </a:solidFill>
        <a:latin typeface="+mn-lt"/>
        <a:ea typeface="+mn-ea"/>
        <a:cs typeface="+mn-cs"/>
      </a:defRPr>
    </a:lvl4pPr>
    <a:lvl5pPr marL="1828800" algn="l" defTabSz="914400">
      <a:defRPr sz="1200">
        <a:solidFill>
          <a:schemeClr val="tx1"/>
        </a:solidFill>
        <a:latin typeface="+mn-lt"/>
        <a:ea typeface="+mn-ea"/>
        <a:cs typeface="+mn-cs"/>
      </a:defRPr>
    </a:lvl5pPr>
    <a:lvl6pPr marL="2286000" algn="l" defTabSz="914400">
      <a:defRPr sz="1200">
        <a:solidFill>
          <a:schemeClr val="tx1"/>
        </a:solidFill>
        <a:latin typeface="+mn-lt"/>
        <a:ea typeface="+mn-ea"/>
        <a:cs typeface="+mn-cs"/>
      </a:defRPr>
    </a:lvl6pPr>
    <a:lvl7pPr marL="2743200" algn="l" defTabSz="914400">
      <a:defRPr sz="1200">
        <a:solidFill>
          <a:schemeClr val="tx1"/>
        </a:solidFill>
        <a:latin typeface="+mn-lt"/>
        <a:ea typeface="+mn-ea"/>
        <a:cs typeface="+mn-cs"/>
      </a:defRPr>
    </a:lvl7pPr>
    <a:lvl8pPr marL="3200400" algn="l" defTabSz="914400">
      <a:defRPr sz="1200">
        <a:solidFill>
          <a:schemeClr val="tx1"/>
        </a:solidFill>
        <a:latin typeface="+mn-lt"/>
        <a:ea typeface="+mn-ea"/>
        <a:cs typeface="+mn-cs"/>
      </a:defRPr>
    </a:lvl8pPr>
    <a:lvl9pPr marL="3657600" algn="l" defTabSz="91440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F64F6A9-F91A-0AF6-6B81-CE69EF893558}" type="slidenum">
              <a:rP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8278753-E986-EF3A-5147-A1E61DFDE860}" type="slidenum">
              <a:rP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354570-B9C7-D3CC-0627-96F1E279EC67}"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8ACF463-F719-1DDE-2239-EF211281D24C}"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0EBE623-A73A-08B4-489B-08165C6163A8}"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B9C3455-44DC-14EA-7350-E242BAE7C05D}" type="slidenum">
              <a:rPr/>
              <a:t>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le Slide">
    <p:spTree>
      <p:nvGrpSpPr>
        <p:cNvPr id="1" name=""/>
        <p:cNvGrpSpPr/>
        <p:nvPr/>
      </p:nvGrpSpPr>
      <p:grpSpPr bwMode="auto">
        <a:xfrm>
          <a:off x="0" y="0"/>
          <a:ext cx="0" cy="0"/>
          <a:chOff x="0" y="0"/>
          <a:chExt cx="0" cy="0"/>
        </a:xfrm>
      </p:grpSpPr>
      <p:sp>
        <p:nvSpPr>
          <p:cNvPr id="856541575" name="Title 1"/>
          <p:cNvSpPr>
            <a:spLocks noGrp="1"/>
          </p:cNvSpPr>
          <p:nvPr>
            <p:ph type="ctrTitle"/>
          </p:nvPr>
        </p:nvSpPr>
        <p:spPr bwMode="auto">
          <a:xfrm>
            <a:off x="685800" y="2130425"/>
            <a:ext cx="7772400" cy="1470025"/>
          </a:xfrm>
        </p:spPr>
        <p:txBody>
          <a:bodyPr/>
          <a:lstStyle/>
          <a:p>
            <a:pPr>
              <a:defRPr/>
            </a:pPr>
            <a:r>
              <a:rPr lang="en-US"/>
              <a:t>Click to edit Master title style</a:t>
            </a:r>
          </a:p>
        </p:txBody>
      </p:sp>
      <p:sp>
        <p:nvSpPr>
          <p:cNvPr id="1179372794" name="Subtitle 2"/>
          <p:cNvSpPr>
            <a:spLocks noGrp="1"/>
          </p:cNvSpPr>
          <p:nvPr>
            <p:ph type="subTitle" idx="1"/>
          </p:nvPr>
        </p:nvSpPr>
        <p:spPr bwMode="auto">
          <a:xfrm>
            <a:off x="1371600" y="3886200"/>
            <a:ext cx="6400800" cy="1752599"/>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defRPr/>
            </a:pPr>
            <a:r>
              <a:rPr lang="en-US"/>
              <a:t>Click to edit Master subtitle style</a:t>
            </a:r>
          </a:p>
        </p:txBody>
      </p:sp>
      <p:sp>
        <p:nvSpPr>
          <p:cNvPr id="1692791001" name="Date Placeholder 3"/>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1796611472" name="Footer Placeholder 4"/>
          <p:cNvSpPr>
            <a:spLocks noGrp="1"/>
          </p:cNvSpPr>
          <p:nvPr>
            <p:ph type="ftr" sz="quarter" idx="11"/>
          </p:nvPr>
        </p:nvSpPr>
        <p:spPr bwMode="auto"/>
        <p:txBody>
          <a:bodyPr/>
          <a:lstStyle/>
          <a:p>
            <a:pPr>
              <a:defRPr/>
            </a:pPr>
            <a:endParaRPr lang="en-US"/>
          </a:p>
        </p:txBody>
      </p:sp>
      <p:sp>
        <p:nvSpPr>
          <p:cNvPr id="457994423"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530578011" name="Title 1"/>
          <p:cNvSpPr>
            <a:spLocks noGrp="1"/>
          </p:cNvSpPr>
          <p:nvPr>
            <p:ph type="title"/>
          </p:nvPr>
        </p:nvSpPr>
        <p:spPr bwMode="auto"/>
        <p:txBody>
          <a:bodyPr/>
          <a:lstStyle/>
          <a:p>
            <a:pPr>
              <a:defRPr/>
            </a:pPr>
            <a:r>
              <a:rPr lang="en-US"/>
              <a:t>Click to edit Master title style</a:t>
            </a:r>
          </a:p>
        </p:txBody>
      </p:sp>
      <p:sp>
        <p:nvSpPr>
          <p:cNvPr id="1691783673" name="Content Placeholder 2"/>
          <p:cNvSpPr>
            <a:spLocks noGrp="1"/>
          </p:cNvSpPr>
          <p:nvPr>
            <p:ph idx="1"/>
          </p:nvPr>
        </p:nvSpPr>
        <p:spPr bwMode="auto"/>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070577637" name="Date Placeholder 3"/>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778445727" name="Footer Placeholder 4"/>
          <p:cNvSpPr>
            <a:spLocks noGrp="1"/>
          </p:cNvSpPr>
          <p:nvPr>
            <p:ph type="ftr" sz="quarter" idx="11"/>
          </p:nvPr>
        </p:nvSpPr>
        <p:spPr bwMode="auto"/>
        <p:txBody>
          <a:bodyPr/>
          <a:lstStyle/>
          <a:p>
            <a:pPr>
              <a:defRPr/>
            </a:pPr>
            <a:endParaRPr lang="en-US"/>
          </a:p>
        </p:txBody>
      </p:sp>
      <p:sp>
        <p:nvSpPr>
          <p:cNvPr id="1715671525"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112288087" name="Title 1"/>
          <p:cNvSpPr>
            <a:spLocks noGrp="1"/>
          </p:cNvSpPr>
          <p:nvPr>
            <p:ph type="title"/>
          </p:nvPr>
        </p:nvSpPr>
        <p:spPr bwMode="auto">
          <a:xfrm>
            <a:off x="722313" y="4406900"/>
            <a:ext cx="7772400" cy="1362075"/>
          </a:xfrm>
        </p:spPr>
        <p:txBody>
          <a:bodyPr anchor="t"/>
          <a:lstStyle>
            <a:lvl1pPr algn="l">
              <a:defRPr sz="4000" b="1" cap="all"/>
            </a:lvl1pPr>
          </a:lstStyle>
          <a:p>
            <a:pPr>
              <a:defRPr/>
            </a:pPr>
            <a:r>
              <a:rPr lang="en-US"/>
              <a:t>Click to edit Master title style</a:t>
            </a:r>
          </a:p>
        </p:txBody>
      </p:sp>
      <p:sp>
        <p:nvSpPr>
          <p:cNvPr id="406613318" name="Text Placeholder 2"/>
          <p:cNvSpPr>
            <a:spLocks noGrp="1"/>
          </p:cNvSpPr>
          <p:nvPr>
            <p:ph type="body" idx="1"/>
          </p:nvPr>
        </p:nvSpPr>
        <p:spPr bwMode="auto">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defRPr/>
            </a:pPr>
            <a:r>
              <a:rPr lang="en-US"/>
              <a:t>Click to edit Master text styles</a:t>
            </a:r>
            <a:endParaRPr/>
          </a:p>
        </p:txBody>
      </p:sp>
      <p:sp>
        <p:nvSpPr>
          <p:cNvPr id="490566324" name="Date Placeholder 3"/>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1069465664" name="Footer Placeholder 4"/>
          <p:cNvSpPr>
            <a:spLocks noGrp="1"/>
          </p:cNvSpPr>
          <p:nvPr>
            <p:ph type="ftr" sz="quarter" idx="11"/>
          </p:nvPr>
        </p:nvSpPr>
        <p:spPr bwMode="auto"/>
        <p:txBody>
          <a:bodyPr/>
          <a:lstStyle/>
          <a:p>
            <a:pPr>
              <a:defRPr/>
            </a:pPr>
            <a:endParaRPr lang="en-US"/>
          </a:p>
        </p:txBody>
      </p:sp>
      <p:sp>
        <p:nvSpPr>
          <p:cNvPr id="106741699"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22389997" name="Title 1"/>
          <p:cNvSpPr>
            <a:spLocks noGrp="1"/>
          </p:cNvSpPr>
          <p:nvPr>
            <p:ph type="title"/>
          </p:nvPr>
        </p:nvSpPr>
        <p:spPr bwMode="auto"/>
        <p:txBody>
          <a:bodyPr/>
          <a:lstStyle/>
          <a:p>
            <a:pPr>
              <a:defRPr/>
            </a:pPr>
            <a:r>
              <a:rPr lang="en-US"/>
              <a:t>Click to edit Master title style</a:t>
            </a:r>
          </a:p>
        </p:txBody>
      </p:sp>
      <p:sp>
        <p:nvSpPr>
          <p:cNvPr id="1351594318" name="Content Placeholder 2"/>
          <p:cNvSpPr>
            <a:spLocks noGrp="1"/>
          </p:cNvSpPr>
          <p:nvPr>
            <p:ph sz="half" idx="1"/>
          </p:nvPr>
        </p:nvSpPr>
        <p:spPr bwMode="auto">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873545361" name="Content Placeholder 3"/>
          <p:cNvSpPr>
            <a:spLocks noGrp="1"/>
          </p:cNvSpPr>
          <p:nvPr>
            <p:ph sz="half" idx="2"/>
          </p:nvPr>
        </p:nvSpPr>
        <p:spPr bwMode="auto">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935944083" name="Date Placeholder 4"/>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1492020568" name="Footer Placeholder 5"/>
          <p:cNvSpPr>
            <a:spLocks noGrp="1"/>
          </p:cNvSpPr>
          <p:nvPr>
            <p:ph type="ftr" sz="quarter" idx="11"/>
          </p:nvPr>
        </p:nvSpPr>
        <p:spPr bwMode="auto"/>
        <p:txBody>
          <a:bodyPr/>
          <a:lstStyle/>
          <a:p>
            <a:pPr>
              <a:defRPr/>
            </a:pPr>
            <a:endParaRPr lang="en-US"/>
          </a:p>
        </p:txBody>
      </p:sp>
      <p:sp>
        <p:nvSpPr>
          <p:cNvPr id="1920746694"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55330308" name="Title 1"/>
          <p:cNvSpPr>
            <a:spLocks noGrp="1"/>
          </p:cNvSpPr>
          <p:nvPr>
            <p:ph type="title"/>
          </p:nvPr>
        </p:nvSpPr>
        <p:spPr bwMode="auto"/>
        <p:txBody>
          <a:bodyPr/>
          <a:lstStyle>
            <a:lvl1pPr>
              <a:defRPr/>
            </a:lvl1pPr>
          </a:lstStyle>
          <a:p>
            <a:pPr>
              <a:defRPr/>
            </a:pPr>
            <a:r>
              <a:rPr lang="en-US"/>
              <a:t>Click to edit Master title style</a:t>
            </a:r>
          </a:p>
        </p:txBody>
      </p:sp>
      <p:sp>
        <p:nvSpPr>
          <p:cNvPr id="553249636" name="Text Placeholder 2"/>
          <p:cNvSpPr>
            <a:spLocks noGrp="1"/>
          </p:cNvSpPr>
          <p:nvPr>
            <p:ph type="body" idx="1"/>
          </p:nvPr>
        </p:nvSpPr>
        <p:spPr bwMode="auto">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929867799" name="Content Placeholder 3"/>
          <p:cNvSpPr>
            <a:spLocks noGrp="1"/>
          </p:cNvSpPr>
          <p:nvPr>
            <p:ph sz="half" idx="2"/>
          </p:nvPr>
        </p:nvSpPr>
        <p:spPr bwMode="auto">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113273547" name="Text Placeholder 4"/>
          <p:cNvSpPr>
            <a:spLocks noGrp="1"/>
          </p:cNvSpPr>
          <p:nvPr>
            <p:ph type="body" sz="quarter" idx="3"/>
          </p:nvPr>
        </p:nvSpPr>
        <p:spPr bwMode="auto">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883866563" name="Content Placeholder 5"/>
          <p:cNvSpPr>
            <a:spLocks noGrp="1"/>
          </p:cNvSpPr>
          <p:nvPr>
            <p:ph sz="quarter" idx="4"/>
          </p:nvPr>
        </p:nvSpPr>
        <p:spPr bwMode="auto">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724017186" name="Date Placeholder 6"/>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153406521" name="Footer Placeholder 7"/>
          <p:cNvSpPr>
            <a:spLocks noGrp="1"/>
          </p:cNvSpPr>
          <p:nvPr>
            <p:ph type="ftr" sz="quarter" idx="11"/>
          </p:nvPr>
        </p:nvSpPr>
        <p:spPr bwMode="auto"/>
        <p:txBody>
          <a:bodyPr/>
          <a:lstStyle/>
          <a:p>
            <a:pPr>
              <a:defRPr/>
            </a:pPr>
            <a:endParaRPr lang="en-US"/>
          </a:p>
        </p:txBody>
      </p:sp>
      <p:sp>
        <p:nvSpPr>
          <p:cNvPr id="200962706" name="Slide Number Placeholder 8"/>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spTree>
      <p:nvGrpSpPr>
        <p:cNvPr id="1" name=""/>
        <p:cNvGrpSpPr/>
        <p:nvPr/>
      </p:nvGrpSpPr>
      <p:grpSpPr bwMode="auto">
        <a:xfrm>
          <a:off x="0" y="0"/>
          <a:ext cx="0" cy="0"/>
          <a:chOff x="0" y="0"/>
          <a:chExt cx="0" cy="0"/>
        </a:xfrm>
      </p:grpSpPr>
      <p:sp>
        <p:nvSpPr>
          <p:cNvPr id="1834390080" name="Title 1"/>
          <p:cNvSpPr>
            <a:spLocks noGrp="1"/>
          </p:cNvSpPr>
          <p:nvPr>
            <p:ph type="title"/>
          </p:nvPr>
        </p:nvSpPr>
        <p:spPr bwMode="auto"/>
        <p:txBody>
          <a:bodyPr/>
          <a:lstStyle/>
          <a:p>
            <a:pPr>
              <a:defRPr/>
            </a:pPr>
            <a:r>
              <a:rPr lang="en-US"/>
              <a:t>Click to edit Master title style</a:t>
            </a:r>
          </a:p>
        </p:txBody>
      </p:sp>
      <p:sp>
        <p:nvSpPr>
          <p:cNvPr id="528730045" name="Date Placeholder 2"/>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1692906442" name="Footer Placeholder 3"/>
          <p:cNvSpPr>
            <a:spLocks noGrp="1"/>
          </p:cNvSpPr>
          <p:nvPr>
            <p:ph type="ftr" sz="quarter" idx="11"/>
          </p:nvPr>
        </p:nvSpPr>
        <p:spPr bwMode="auto"/>
        <p:txBody>
          <a:bodyPr/>
          <a:lstStyle/>
          <a:p>
            <a:pPr>
              <a:defRPr/>
            </a:pPr>
            <a:endParaRPr lang="en-US"/>
          </a:p>
        </p:txBody>
      </p:sp>
      <p:sp>
        <p:nvSpPr>
          <p:cNvPr id="1390624386" name="Slide Number Placeholder 4"/>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868370172" name="Date Placeholder 1"/>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1212586717" name="Footer Placeholder 2"/>
          <p:cNvSpPr>
            <a:spLocks noGrp="1"/>
          </p:cNvSpPr>
          <p:nvPr>
            <p:ph type="ftr" sz="quarter" idx="11"/>
          </p:nvPr>
        </p:nvSpPr>
        <p:spPr bwMode="auto"/>
        <p:txBody>
          <a:bodyPr/>
          <a:lstStyle/>
          <a:p>
            <a:pPr>
              <a:defRPr/>
            </a:pPr>
            <a:endParaRPr lang="en-US"/>
          </a:p>
        </p:txBody>
      </p:sp>
      <p:sp>
        <p:nvSpPr>
          <p:cNvPr id="2065937091" name="Slide Number Placeholder 3"/>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2068799970" name="Title 1"/>
          <p:cNvSpPr>
            <a:spLocks noGrp="1"/>
          </p:cNvSpPr>
          <p:nvPr>
            <p:ph type="title"/>
          </p:nvPr>
        </p:nvSpPr>
        <p:spPr bwMode="auto">
          <a:xfrm>
            <a:off x="457200" y="273050"/>
            <a:ext cx="3008313" cy="1162050"/>
          </a:xfrm>
        </p:spPr>
        <p:txBody>
          <a:bodyPr anchor="b"/>
          <a:lstStyle>
            <a:lvl1pPr algn="l">
              <a:defRPr sz="2000" b="1"/>
            </a:lvl1pPr>
          </a:lstStyle>
          <a:p>
            <a:pPr>
              <a:defRPr/>
            </a:pPr>
            <a:r>
              <a:rPr lang="en-US"/>
              <a:t>Click to edit Master title style</a:t>
            </a:r>
          </a:p>
        </p:txBody>
      </p:sp>
      <p:sp>
        <p:nvSpPr>
          <p:cNvPr id="1451494419" name="Content Placeholder 2"/>
          <p:cNvSpPr>
            <a:spLocks noGrp="1"/>
          </p:cNvSpPr>
          <p:nvPr>
            <p:ph idx="1"/>
          </p:nvPr>
        </p:nvSpPr>
        <p:spPr bwMode="auto">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77701701" name="Text Placeholder 3"/>
          <p:cNvSpPr>
            <a:spLocks noGrp="1"/>
          </p:cNvSpPr>
          <p:nvPr>
            <p:ph type="body" sz="half" idx="2"/>
          </p:nvPr>
        </p:nvSpPr>
        <p:spPr bwMode="auto">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2102572742" name="Date Placeholder 4"/>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1995274299" name="Footer Placeholder 5"/>
          <p:cNvSpPr>
            <a:spLocks noGrp="1"/>
          </p:cNvSpPr>
          <p:nvPr>
            <p:ph type="ftr" sz="quarter" idx="11"/>
          </p:nvPr>
        </p:nvSpPr>
        <p:spPr bwMode="auto"/>
        <p:txBody>
          <a:bodyPr/>
          <a:lstStyle/>
          <a:p>
            <a:pPr>
              <a:defRPr/>
            </a:pPr>
            <a:endParaRPr lang="en-US"/>
          </a:p>
        </p:txBody>
      </p:sp>
      <p:sp>
        <p:nvSpPr>
          <p:cNvPr id="1233795672"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367073488" name="Title 1"/>
          <p:cNvSpPr>
            <a:spLocks noGrp="1"/>
          </p:cNvSpPr>
          <p:nvPr>
            <p:ph type="title"/>
          </p:nvPr>
        </p:nvSpPr>
        <p:spPr bwMode="auto">
          <a:xfrm>
            <a:off x="1792288" y="4800600"/>
            <a:ext cx="5486400" cy="566738"/>
          </a:xfrm>
        </p:spPr>
        <p:txBody>
          <a:bodyPr anchor="b"/>
          <a:lstStyle>
            <a:lvl1pPr algn="l">
              <a:defRPr sz="2000" b="1"/>
            </a:lvl1pPr>
          </a:lstStyle>
          <a:p>
            <a:pPr>
              <a:defRPr/>
            </a:pPr>
            <a:r>
              <a:rPr lang="en-US"/>
              <a:t>Click to edit Master title style</a:t>
            </a:r>
          </a:p>
        </p:txBody>
      </p:sp>
      <p:sp>
        <p:nvSpPr>
          <p:cNvPr id="598278336" name="Picture Placeholder 2"/>
          <p:cNvSpPr>
            <a:spLocks noGrp="1"/>
          </p:cNvSpPr>
          <p:nvPr>
            <p:ph type="pic" idx="1"/>
          </p:nvPr>
        </p:nvSpPr>
        <p:spPr bwMode="auto">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US"/>
          </a:p>
        </p:txBody>
      </p:sp>
      <p:sp>
        <p:nvSpPr>
          <p:cNvPr id="1800620100" name="Text Placeholder 3"/>
          <p:cNvSpPr>
            <a:spLocks noGrp="1"/>
          </p:cNvSpPr>
          <p:nvPr>
            <p:ph type="body" sz="half" idx="2"/>
          </p:nvPr>
        </p:nvSpPr>
        <p:spPr bwMode="auto">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defRPr/>
            </a:pPr>
            <a:r>
              <a:rPr lang="en-US"/>
              <a:t>Click to edit Master text styles</a:t>
            </a:r>
            <a:endParaRPr/>
          </a:p>
        </p:txBody>
      </p:sp>
      <p:sp>
        <p:nvSpPr>
          <p:cNvPr id="940395343" name="Date Placeholder 4"/>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1877430046" name="Footer Placeholder 5"/>
          <p:cNvSpPr>
            <a:spLocks noGrp="1"/>
          </p:cNvSpPr>
          <p:nvPr>
            <p:ph type="ftr" sz="quarter" idx="11"/>
          </p:nvPr>
        </p:nvSpPr>
        <p:spPr bwMode="auto"/>
        <p:txBody>
          <a:bodyPr/>
          <a:lstStyle/>
          <a:p>
            <a:pPr>
              <a:defRPr/>
            </a:pPr>
            <a:endParaRPr lang="en-US"/>
          </a:p>
        </p:txBody>
      </p:sp>
      <p:sp>
        <p:nvSpPr>
          <p:cNvPr id="990546308" name="Slide Number Placeholder 6"/>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985316197" name="Title 1"/>
          <p:cNvSpPr>
            <a:spLocks noGrp="1"/>
          </p:cNvSpPr>
          <p:nvPr>
            <p:ph type="title"/>
          </p:nvPr>
        </p:nvSpPr>
        <p:spPr bwMode="auto"/>
        <p:txBody>
          <a:bodyPr/>
          <a:lstStyle/>
          <a:p>
            <a:pPr>
              <a:defRPr/>
            </a:pPr>
            <a:r>
              <a:rPr lang="en-US"/>
              <a:t>Click to edit Master title style</a:t>
            </a:r>
          </a:p>
        </p:txBody>
      </p:sp>
      <p:sp>
        <p:nvSpPr>
          <p:cNvPr id="44580082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222424736" name="Date Placeholder 3"/>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553407878" name="Footer Placeholder 4"/>
          <p:cNvSpPr>
            <a:spLocks noGrp="1"/>
          </p:cNvSpPr>
          <p:nvPr>
            <p:ph type="ftr" sz="quarter" idx="11"/>
          </p:nvPr>
        </p:nvSpPr>
        <p:spPr bwMode="auto"/>
        <p:txBody>
          <a:bodyPr/>
          <a:lstStyle/>
          <a:p>
            <a:pPr>
              <a:defRPr/>
            </a:pPr>
            <a:endParaRPr lang="en-US"/>
          </a:p>
        </p:txBody>
      </p:sp>
      <p:sp>
        <p:nvSpPr>
          <p:cNvPr id="4664970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23425098" name="Vertical Title 1"/>
          <p:cNvSpPr>
            <a:spLocks noGrp="1"/>
          </p:cNvSpPr>
          <p:nvPr>
            <p:ph type="title" orient="vert"/>
          </p:nvPr>
        </p:nvSpPr>
        <p:spPr bwMode="auto">
          <a:xfrm>
            <a:off x="6629400" y="274638"/>
            <a:ext cx="2057400" cy="5851525"/>
          </a:xfrm>
        </p:spPr>
        <p:txBody>
          <a:bodyPr vert="eaVert"/>
          <a:lstStyle/>
          <a:p>
            <a:pPr>
              <a:defRPr/>
            </a:pPr>
            <a:r>
              <a:rPr lang="en-US"/>
              <a:t>Click to edit Master title style</a:t>
            </a:r>
          </a:p>
        </p:txBody>
      </p:sp>
      <p:sp>
        <p:nvSpPr>
          <p:cNvPr id="1014789293" name="Vertical Text Placeholder 2"/>
          <p:cNvSpPr>
            <a:spLocks noGrp="1"/>
          </p:cNvSpPr>
          <p:nvPr>
            <p:ph type="body" orient="vert" idx="1"/>
          </p:nvPr>
        </p:nvSpPr>
        <p:spPr bwMode="auto">
          <a:xfrm>
            <a:off x="457200" y="274638"/>
            <a:ext cx="6019800" cy="5851525"/>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1339128340" name="Date Placeholder 3"/>
          <p:cNvSpPr>
            <a:spLocks noGrp="1"/>
          </p:cNvSpPr>
          <p:nvPr>
            <p:ph type="dt" sz="half" idx="10"/>
          </p:nvPr>
        </p:nvSpPr>
        <p:spPr bwMode="auto"/>
        <p:txBody>
          <a:bodyPr/>
          <a:lstStyle/>
          <a:p>
            <a:pPr>
              <a:defRPr/>
            </a:pPr>
            <a:fld id="{5BCAD085-E8A6-8845-BD4E-CB4CCA059FC4}" type="datetimeFigureOut">
              <a:rPr lang="en-US"/>
              <a:t>8/19/2026</a:t>
            </a:fld>
            <a:endParaRPr lang="en-US"/>
          </a:p>
        </p:txBody>
      </p:sp>
      <p:sp>
        <p:nvSpPr>
          <p:cNvPr id="939927428" name="Footer Placeholder 4"/>
          <p:cNvSpPr>
            <a:spLocks noGrp="1"/>
          </p:cNvSpPr>
          <p:nvPr>
            <p:ph type="ftr" sz="quarter" idx="11"/>
          </p:nvPr>
        </p:nvSpPr>
        <p:spPr bwMode="auto"/>
        <p:txBody>
          <a:bodyPr/>
          <a:lstStyle/>
          <a:p>
            <a:pPr>
              <a:defRPr/>
            </a:pPr>
            <a:endParaRPr lang="en-US"/>
          </a:p>
        </p:txBody>
      </p:sp>
      <p:sp>
        <p:nvSpPr>
          <p:cNvPr id="2140010931" name="Slide Number Placeholder 5"/>
          <p:cNvSpPr>
            <a:spLocks noGrp="1"/>
          </p:cNvSpPr>
          <p:nvPr>
            <p:ph type="sldNum" sz="quarter" idx="12"/>
          </p:nvPr>
        </p:nvSpPr>
        <p:spPr bwMode="auto"/>
        <p:txBody>
          <a:bodyPr/>
          <a:lstStyle/>
          <a:p>
            <a:pPr>
              <a:defRPr/>
            </a:pPr>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52961750" name="Title Placeholder 1"/>
          <p:cNvSpPr>
            <a:spLocks noGrp="1"/>
          </p:cNvSpPr>
          <p:nvPr>
            <p:ph type="title"/>
          </p:nvPr>
        </p:nvSpPr>
        <p:spPr bwMode="auto">
          <a:xfrm>
            <a:off x="457200" y="274638"/>
            <a:ext cx="8229600" cy="1143000"/>
          </a:xfrm>
          <a:prstGeom prst="rect">
            <a:avLst/>
          </a:prstGeom>
        </p:spPr>
        <p:txBody>
          <a:bodyPr vert="horz" lIns="91440" tIns="45720" rIns="91440" bIns="45720" rtlCol="0" anchor="ctr">
            <a:normAutofit/>
          </a:bodyPr>
          <a:lstStyle/>
          <a:p>
            <a:pPr>
              <a:defRPr/>
            </a:pPr>
            <a:r>
              <a:rPr lang="en-US"/>
              <a:t>Click to edit Master title style</a:t>
            </a:r>
          </a:p>
        </p:txBody>
      </p:sp>
      <p:sp>
        <p:nvSpPr>
          <p:cNvPr id="555799900" name="Text Placeholder 2"/>
          <p:cNvSpPr>
            <a:spLocks noGrp="1"/>
          </p:cNvSpPr>
          <p:nvPr>
            <p:ph type="body" idx="1"/>
          </p:nvPr>
        </p:nvSpPr>
        <p:spPr bwMode="auto">
          <a:xfrm>
            <a:off x="457200" y="1600200"/>
            <a:ext cx="8229600" cy="4525963"/>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p>
        </p:txBody>
      </p:sp>
      <p:sp>
        <p:nvSpPr>
          <p:cNvPr id="202141648" name="Date Placeholder 3"/>
          <p:cNvSpPr>
            <a:spLocks noGrp="1"/>
          </p:cNvSpPr>
          <p:nvPr>
            <p:ph type="dt" sz="half" idx="2"/>
          </p:nvPr>
        </p:nvSpPr>
        <p:spPr bwMode="auto">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BCAD085-E8A6-8845-BD4E-CB4CCA059FC4}" type="datetimeFigureOut">
              <a:rPr lang="en-US"/>
              <a:t>8/19/2026</a:t>
            </a:fld>
            <a:endParaRPr lang="en-US"/>
          </a:p>
        </p:txBody>
      </p:sp>
      <p:sp>
        <p:nvSpPr>
          <p:cNvPr id="465402907" name="Footer Placeholder 4"/>
          <p:cNvSpPr>
            <a:spLocks noGrp="1"/>
          </p:cNvSpPr>
          <p:nvPr>
            <p:ph type="ftr" sz="quarter" idx="3"/>
          </p:nvPr>
        </p:nvSpPr>
        <p:spPr bwMode="auto">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623087359" name="Slide Number Placeholder 5"/>
          <p:cNvSpPr>
            <a:spLocks noGrp="1"/>
          </p:cNvSpPr>
          <p:nvPr>
            <p:ph type="sldNum" sz="quarter" idx="4"/>
          </p:nvPr>
        </p:nvSpPr>
        <p:spPr bwMode="auto">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C1FF6DA9-008F-8B48-92A6-B652298478BF}"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a:spcBef>
          <a:spcPts val="0"/>
        </a:spcBef>
        <a:buNone/>
        <a:defRPr sz="4400">
          <a:solidFill>
            <a:schemeClr val="tx1"/>
          </a:solidFill>
          <a:latin typeface="+mj-lt"/>
          <a:ea typeface="+mj-ea"/>
          <a:cs typeface="+mj-cs"/>
        </a:defRPr>
      </a:lvl1pPr>
    </p:titleStyle>
    <p:bodyStyle>
      <a:lvl1pPr marL="342900" indent="-342900" algn="l" defTabSz="457200" rtl="0">
        <a:spcBef>
          <a:spcPts val="0"/>
        </a:spcBef>
        <a:buFont typeface="Arial"/>
        <a:buChar char="•"/>
        <a:defRPr sz="3200">
          <a:solidFill>
            <a:schemeClr val="tx1"/>
          </a:solidFill>
          <a:latin typeface="+mn-lt"/>
          <a:ea typeface="+mn-ea"/>
          <a:cs typeface="+mn-cs"/>
        </a:defRPr>
      </a:lvl1pPr>
      <a:lvl2pPr marL="742950" indent="-285750" algn="l" defTabSz="457200" rtl="0">
        <a:spcBef>
          <a:spcPts val="0"/>
        </a:spcBef>
        <a:buFont typeface="Arial"/>
        <a:buChar char="–"/>
        <a:defRPr sz="2800">
          <a:solidFill>
            <a:schemeClr val="tx1"/>
          </a:solidFill>
          <a:latin typeface="+mn-lt"/>
          <a:ea typeface="+mn-ea"/>
          <a:cs typeface="+mn-cs"/>
        </a:defRPr>
      </a:lvl2pPr>
      <a:lvl3pPr marL="1143000" indent="-228600" algn="l" defTabSz="457200" rtl="0">
        <a:spcBef>
          <a:spcPts val="0"/>
        </a:spcBef>
        <a:buFont typeface="Arial"/>
        <a:buChar char="•"/>
        <a:defRPr sz="2400">
          <a:solidFill>
            <a:schemeClr val="tx1"/>
          </a:solidFill>
          <a:latin typeface="+mn-lt"/>
          <a:ea typeface="+mn-ea"/>
          <a:cs typeface="+mn-cs"/>
        </a:defRPr>
      </a:lvl3pPr>
      <a:lvl4pPr marL="1600200" indent="-228600" algn="l" defTabSz="457200" rtl="0">
        <a:spcBef>
          <a:spcPts val="0"/>
        </a:spcBef>
        <a:buFont typeface="Arial"/>
        <a:buChar char="–"/>
        <a:defRPr sz="2000">
          <a:solidFill>
            <a:schemeClr val="tx1"/>
          </a:solidFill>
          <a:latin typeface="+mn-lt"/>
          <a:ea typeface="+mn-ea"/>
          <a:cs typeface="+mn-cs"/>
        </a:defRPr>
      </a:lvl4pPr>
      <a:lvl5pPr marL="2057400" indent="-228600" algn="l" defTabSz="457200" rtl="0">
        <a:spcBef>
          <a:spcPts val="0"/>
        </a:spcBef>
        <a:buFont typeface="Arial"/>
        <a:buChar char="»"/>
        <a:defRPr sz="2000">
          <a:solidFill>
            <a:schemeClr val="tx1"/>
          </a:solidFill>
          <a:latin typeface="+mn-lt"/>
          <a:ea typeface="+mn-ea"/>
          <a:cs typeface="+mn-cs"/>
        </a:defRPr>
      </a:lvl5pPr>
      <a:lvl6pPr marL="2514600" indent="-228600" algn="l" defTabSz="457200" rtl="0">
        <a:spcBef>
          <a:spcPts val="0"/>
        </a:spcBef>
        <a:buFont typeface="Arial"/>
        <a:buChar char="•"/>
        <a:defRPr sz="2000">
          <a:solidFill>
            <a:schemeClr val="tx1"/>
          </a:solidFill>
          <a:latin typeface="+mn-lt"/>
          <a:ea typeface="+mn-ea"/>
          <a:cs typeface="+mn-cs"/>
        </a:defRPr>
      </a:lvl6pPr>
      <a:lvl7pPr marL="2971800" indent="-228600" algn="l" defTabSz="457200" rtl="0">
        <a:spcBef>
          <a:spcPts val="0"/>
        </a:spcBef>
        <a:buFont typeface="Arial"/>
        <a:buChar char="•"/>
        <a:defRPr sz="2000">
          <a:solidFill>
            <a:schemeClr val="tx1"/>
          </a:solidFill>
          <a:latin typeface="+mn-lt"/>
          <a:ea typeface="+mn-ea"/>
          <a:cs typeface="+mn-cs"/>
        </a:defRPr>
      </a:lvl7pPr>
      <a:lvl8pPr marL="3429000" indent="-228600" algn="l" defTabSz="457200" rtl="0">
        <a:spcBef>
          <a:spcPts val="0"/>
        </a:spcBef>
        <a:buFont typeface="Arial"/>
        <a:buChar char="•"/>
        <a:defRPr sz="2000">
          <a:solidFill>
            <a:schemeClr val="tx1"/>
          </a:solidFill>
          <a:latin typeface="+mn-lt"/>
          <a:ea typeface="+mn-ea"/>
          <a:cs typeface="+mn-cs"/>
        </a:defRPr>
      </a:lvl8pPr>
      <a:lvl9pPr marL="3886200" indent="-228600" algn="l" defTabSz="4572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457200" rtl="0">
        <a:defRPr sz="1800">
          <a:solidFill>
            <a:schemeClr val="tx1"/>
          </a:solidFill>
          <a:latin typeface="+mn-lt"/>
          <a:ea typeface="+mn-ea"/>
          <a:cs typeface="+mn-cs"/>
        </a:defRPr>
      </a:lvl1pPr>
      <a:lvl2pPr marL="457200" algn="l" defTabSz="457200" rtl="0">
        <a:defRPr sz="1800">
          <a:solidFill>
            <a:schemeClr val="tx1"/>
          </a:solidFill>
          <a:latin typeface="+mn-lt"/>
          <a:ea typeface="+mn-ea"/>
          <a:cs typeface="+mn-cs"/>
        </a:defRPr>
      </a:lvl2pPr>
      <a:lvl3pPr marL="914400" algn="l" defTabSz="457200" rtl="0">
        <a:defRPr sz="1800">
          <a:solidFill>
            <a:schemeClr val="tx1"/>
          </a:solidFill>
          <a:latin typeface="+mn-lt"/>
          <a:ea typeface="+mn-ea"/>
          <a:cs typeface="+mn-cs"/>
        </a:defRPr>
      </a:lvl3pPr>
      <a:lvl4pPr marL="1371600" algn="l" defTabSz="457200" rtl="0">
        <a:defRPr sz="1800">
          <a:solidFill>
            <a:schemeClr val="tx1"/>
          </a:solidFill>
          <a:latin typeface="+mn-lt"/>
          <a:ea typeface="+mn-ea"/>
          <a:cs typeface="+mn-cs"/>
        </a:defRPr>
      </a:lvl4pPr>
      <a:lvl5pPr marL="1828800" algn="l" defTabSz="457200" rtl="0">
        <a:defRPr sz="1800">
          <a:solidFill>
            <a:schemeClr val="tx1"/>
          </a:solidFill>
          <a:latin typeface="+mn-lt"/>
          <a:ea typeface="+mn-ea"/>
          <a:cs typeface="+mn-cs"/>
        </a:defRPr>
      </a:lvl5pPr>
      <a:lvl6pPr marL="2286000" algn="l" defTabSz="457200" rtl="0">
        <a:defRPr sz="1800">
          <a:solidFill>
            <a:schemeClr val="tx1"/>
          </a:solidFill>
          <a:latin typeface="+mn-lt"/>
          <a:ea typeface="+mn-ea"/>
          <a:cs typeface="+mn-cs"/>
        </a:defRPr>
      </a:lvl6pPr>
      <a:lvl7pPr marL="2743200" algn="l" defTabSz="457200" rtl="0">
        <a:defRPr sz="1800">
          <a:solidFill>
            <a:schemeClr val="tx1"/>
          </a:solidFill>
          <a:latin typeface="+mn-lt"/>
          <a:ea typeface="+mn-ea"/>
          <a:cs typeface="+mn-cs"/>
        </a:defRPr>
      </a:lvl7pPr>
      <a:lvl8pPr marL="3200400" algn="l" defTabSz="457200" rtl="0">
        <a:defRPr sz="1800">
          <a:solidFill>
            <a:schemeClr val="tx1"/>
          </a:solidFill>
          <a:latin typeface="+mn-lt"/>
          <a:ea typeface="+mn-ea"/>
          <a:cs typeface="+mn-cs"/>
        </a:defRPr>
      </a:lvl8pPr>
      <a:lvl9pPr marL="3657600" algn="l" defTabSz="4572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pic>
        <p:nvPicPr>
          <p:cNvPr id="713994700" name="Picture 1" descr="image.png"/>
          <p:cNvPicPr>
            <a:picLocks noChangeAspect="1"/>
          </p:cNvPicPr>
          <p:nvPr/>
        </p:nvPicPr>
        <p:blipFill rotWithShape="1">
          <a:blip r:embed="rId3"/>
          <a:stretch/>
        </p:blipFill>
        <p:spPr bwMode="auto">
          <a:xfrm>
            <a:off x="0" y="0"/>
            <a:ext cx="12192000" cy="6858000"/>
          </a:xfrm>
          <a:prstGeom prst="rect">
            <a:avLst/>
          </a:prstGeom>
        </p:spPr>
      </p:pic>
      <p:sp>
        <p:nvSpPr>
          <p:cNvPr id="999975202" name="TextBox 2"/>
          <p:cNvSpPr txBox="1"/>
          <p:nvPr/>
        </p:nvSpPr>
        <p:spPr bwMode="auto">
          <a:xfrm>
            <a:off x="1274685" y="2458352"/>
            <a:ext cx="10731419" cy="1846659"/>
          </a:xfrm>
          <a:prstGeom prst="rect">
            <a:avLst/>
          </a:prstGeom>
          <a:noFill/>
        </p:spPr>
        <p:txBody>
          <a:bodyPr wrap="square" lIns="0" tIns="0" rIns="0" bIns="0" anchor="t">
            <a:spAutoFit/>
          </a:bodyPr>
          <a:lstStyle/>
          <a:p>
            <a:pPr algn="ctr"/>
            <a:r>
              <a:rPr sz="4000" b="1" dirty="0">
                <a:latin typeface="Montserrat" pitchFamily="2" charset="0"/>
              </a:rPr>
              <a:t>Real-Time Banking Transaction Analytics &amp; Anomaly Monitoring Platform</a:t>
            </a:r>
          </a:p>
        </p:txBody>
      </p:sp>
      <p:sp>
        <p:nvSpPr>
          <p:cNvPr id="952973702" name="TextBox 3"/>
          <p:cNvSpPr txBox="1"/>
          <p:nvPr/>
        </p:nvSpPr>
        <p:spPr bwMode="auto">
          <a:xfrm>
            <a:off x="1219199" y="3874739"/>
            <a:ext cx="10211879" cy="384080"/>
          </a:xfrm>
          <a:prstGeom prst="rect">
            <a:avLst/>
          </a:prstGeom>
          <a:noFill/>
        </p:spPr>
        <p:txBody>
          <a:bodyPr wrap="square" lIns="0" tIns="0" rIns="0" bIns="0" anchor="t">
            <a:spAutoFit/>
          </a:bodyPr>
          <a:lstStyle/>
          <a:p>
            <a:pPr algn="ctr">
              <a:lnSpc>
                <a:spcPts val="3359"/>
              </a:lnSpc>
              <a:defRPr/>
            </a:pPr>
            <a:endParaRPr>
              <a:latin typeface="Montserrat" pitchFamily="2" charset="0"/>
            </a:endParaRPr>
          </a:p>
        </p:txBody>
      </p:sp>
      <p:sp>
        <p:nvSpPr>
          <p:cNvPr id="1418755263" name="TextBox 1418755262"/>
          <p:cNvSpPr txBox="1"/>
          <p:nvPr/>
        </p:nvSpPr>
        <p:spPr bwMode="auto">
          <a:xfrm>
            <a:off x="4731784" y="701979"/>
            <a:ext cx="3376364" cy="37375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r>
              <a:rPr dirty="0">
                <a:latin typeface="Montserrat" pitchFamily="2" charset="0"/>
              </a:rPr>
              <a:t>Project Review - 1</a:t>
            </a:r>
          </a:p>
        </p:txBody>
      </p:sp>
      <p:sp>
        <p:nvSpPr>
          <p:cNvPr id="1498718320" name="TextBox 1498718319"/>
          <p:cNvSpPr txBox="1"/>
          <p:nvPr/>
        </p:nvSpPr>
        <p:spPr bwMode="auto">
          <a:xfrm>
            <a:off x="4684370" y="1092574"/>
            <a:ext cx="3471192" cy="373757"/>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r>
              <a:rPr>
                <a:latin typeface="Montserrat" pitchFamily="2" charset="0"/>
              </a:rPr>
              <a:t>Course Code - 24DEA3101</a:t>
            </a:r>
          </a:p>
        </p:txBody>
      </p:sp>
      <p:sp>
        <p:nvSpPr>
          <p:cNvPr id="1693129720" name="TextBox 1693129719"/>
          <p:cNvSpPr txBox="1"/>
          <p:nvPr/>
        </p:nvSpPr>
        <p:spPr bwMode="auto">
          <a:xfrm>
            <a:off x="2906100" y="4547400"/>
            <a:ext cx="7260209" cy="1218026"/>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r>
              <a:rPr dirty="0">
                <a:latin typeface="Montserrat" pitchFamily="2" charset="0"/>
              </a:rPr>
              <a:t>FDE TEAM 21</a:t>
            </a:r>
          </a:p>
          <a:p>
            <a:pPr algn="ctr"/>
            <a:r>
              <a:rPr dirty="0">
                <a:latin typeface="Montserrat" pitchFamily="2" charset="0"/>
              </a:rPr>
              <a:t>B Raghu Nandan - 2420030058</a:t>
            </a:r>
          </a:p>
          <a:p>
            <a:pPr algn="ctr"/>
            <a:r>
              <a:rPr dirty="0">
                <a:latin typeface="Montserrat" pitchFamily="2" charset="0"/>
              </a:rPr>
              <a:t>C Pravin Sai - 2420030777</a:t>
            </a:r>
          </a:p>
          <a:p>
            <a:pPr algn="ctr"/>
            <a:r>
              <a:rPr dirty="0">
                <a:latin typeface="Montserrat" pitchFamily="2" charset="0"/>
              </a:rPr>
              <a:t>J Hemanth - 2420039805</a:t>
            </a:r>
          </a:p>
        </p:txBody>
      </p:sp>
      <p:sp>
        <p:nvSpPr>
          <p:cNvPr id="1921049424" name="TextBox 1921049423"/>
          <p:cNvSpPr txBox="1"/>
          <p:nvPr/>
        </p:nvSpPr>
        <p:spPr bwMode="auto">
          <a:xfrm>
            <a:off x="4731784" y="1395739"/>
            <a:ext cx="3376364" cy="655179"/>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r>
              <a:rPr>
                <a:latin typeface="Montserrat" pitchFamily="2" charset="0"/>
              </a:rPr>
              <a:t>Faculty : Dr. N. Shirisha </a:t>
            </a:r>
          </a:p>
          <a:p>
            <a:pPr algn="ctr"/>
            <a:r>
              <a:rPr>
                <a:latin typeface="Montserrat" pitchFamily="2" charset="0"/>
              </a:rPr>
              <a:t>Associate Professor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811109916" name="TextBox 2"/>
          <p:cNvSpPr txBox="1"/>
          <p:nvPr/>
        </p:nvSpPr>
        <p:spPr bwMode="auto">
          <a:xfrm>
            <a:off x="670560" y="254842"/>
            <a:ext cx="11201400" cy="615553"/>
          </a:xfrm>
          <a:prstGeom prst="rect">
            <a:avLst/>
          </a:prstGeom>
          <a:noFill/>
        </p:spPr>
        <p:txBody>
          <a:bodyPr wrap="square" lIns="0" tIns="0" rIns="0" bIns="0" anchor="t">
            <a:spAutoFit/>
          </a:bodyPr>
          <a:lstStyle/>
          <a:p>
            <a:r>
              <a:rPr sz="4000" b="1" dirty="0">
                <a:latin typeface="Montserrat" pitchFamily="2" charset="0"/>
              </a:rPr>
              <a:t>Project Abstract</a:t>
            </a:r>
          </a:p>
        </p:txBody>
      </p:sp>
      <p:sp>
        <p:nvSpPr>
          <p:cNvPr id="1538116588" name="Rectangle 3"/>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
        <p:nvSpPr>
          <p:cNvPr id="2064547871" name="TextBox 4"/>
          <p:cNvSpPr txBox="1"/>
          <p:nvPr/>
        </p:nvSpPr>
        <p:spPr bwMode="auto">
          <a:xfrm>
            <a:off x="670561" y="1344750"/>
            <a:ext cx="10668000" cy="4924425"/>
          </a:xfrm>
          <a:prstGeom prst="rect">
            <a:avLst/>
          </a:prstGeom>
          <a:noFill/>
        </p:spPr>
        <p:txBody>
          <a:bodyPr wrap="square" lIns="0" tIns="0" rIns="0" bIns="0" anchor="t">
            <a:spAutoFit/>
          </a:bodyPr>
          <a:lstStyle/>
          <a:p>
            <a:pPr algn="just"/>
            <a:r>
              <a:rPr sz="1600" dirty="0">
                <a:latin typeface="Montserrat" pitchFamily="2" charset="0"/>
              </a:rPr>
              <a:t>This project focuses on building a scalable and fault-tolerant Real-Time Banking Transaction Analytics Pipeline that can ingest, process, and analyze live banking transaction data.</a:t>
            </a:r>
          </a:p>
          <a:p>
            <a:pPr algn="just"/>
            <a:endParaRPr sz="1600" dirty="0">
              <a:latin typeface="Montserrat" pitchFamily="2" charset="0"/>
            </a:endParaRPr>
          </a:p>
          <a:p>
            <a:pPr algn="just"/>
            <a:r>
              <a:rPr sz="1600" dirty="0">
                <a:latin typeface="Montserrat" pitchFamily="2" charset="0"/>
              </a:rPr>
              <a:t>The system follows a Medallion Architecture, using Apache Kafka for continuous transaction ingestion and </a:t>
            </a:r>
            <a:r>
              <a:rPr sz="1600" dirty="0" err="1">
                <a:latin typeface="Montserrat" pitchFamily="2" charset="0"/>
              </a:rPr>
              <a:t>PySpark</a:t>
            </a:r>
            <a:r>
              <a:rPr sz="1600" dirty="0">
                <a:latin typeface="Montserrat" pitchFamily="2" charset="0"/>
              </a:rPr>
              <a:t> Structured Streaming for real-time data processing, validation, transformation, and anomaly monitoring.</a:t>
            </a:r>
          </a:p>
          <a:p>
            <a:pPr algn="just"/>
            <a:endParaRPr sz="1600" dirty="0">
              <a:latin typeface="Montserrat" pitchFamily="2" charset="0"/>
            </a:endParaRPr>
          </a:p>
          <a:p>
            <a:pPr algn="just"/>
            <a:r>
              <a:rPr sz="1600" dirty="0">
                <a:latin typeface="Montserrat" pitchFamily="2" charset="0"/>
              </a:rPr>
              <a:t>To maintain data quality and prevent processing failures, the pipeline includes a Quarantine Layer that automatically separates malformed or invalid transactions. It also monitors unusual transaction patterns such as sudden increases in transaction frequency or value to help identify potential anomalous activity at an early stage.</a:t>
            </a:r>
          </a:p>
          <a:p>
            <a:pPr algn="just"/>
            <a:endParaRPr sz="1600" dirty="0">
              <a:latin typeface="Montserrat" pitchFamily="2" charset="0"/>
            </a:endParaRPr>
          </a:p>
          <a:p>
            <a:pPr algn="just"/>
            <a:r>
              <a:rPr sz="1600" dirty="0">
                <a:latin typeface="Montserrat" pitchFamily="2" charset="0"/>
              </a:rPr>
              <a:t>The processed data moves through the Bronze and Silver layers before being stored in Delta Lake, which provides reliable and ACID-compliant data storage. Apache Airflow then manages the transformation of cleaned data into a Star Schema in the SQLite Gold layer.</a:t>
            </a:r>
          </a:p>
          <a:p>
            <a:pPr algn="just"/>
            <a:endParaRPr sz="1600" dirty="0">
              <a:latin typeface="Montserrat" pitchFamily="2" charset="0"/>
            </a:endParaRPr>
          </a:p>
          <a:p>
            <a:pPr algn="just"/>
            <a:r>
              <a:rPr sz="1600" dirty="0">
                <a:latin typeface="Montserrat" pitchFamily="2" charset="0"/>
              </a:rPr>
              <a:t>Finally, the processed data is presented through interactive Power BI dashboards, providing important business insights such as transaction volume, transaction value, failed transactions, anomaly indicators, and transaction trends. This helps financial organizations understand transaction behavior and make faster, data-driven decisions.</a:t>
            </a:r>
          </a:p>
        </p:txBody>
      </p:sp>
      <p:sp>
        <p:nvSpPr>
          <p:cNvPr id="223646648" name="TextBox 5"/>
          <p:cNvSpPr txBox="1"/>
          <p:nvPr/>
        </p:nvSpPr>
        <p:spPr bwMode="auto">
          <a:xfrm>
            <a:off x="1143000" y="3394917"/>
            <a:ext cx="10287720" cy="335989"/>
          </a:xfrm>
          <a:prstGeom prst="rect">
            <a:avLst/>
          </a:prstGeom>
          <a:noFill/>
        </p:spPr>
        <p:txBody>
          <a:bodyPr wrap="square" lIns="0" tIns="0" rIns="0" bIns="0" anchor="t">
            <a:spAutoFit/>
          </a:bodyPr>
          <a:lstStyle/>
          <a:p>
            <a:pPr algn="l">
              <a:lnSpc>
                <a:spcPts val="2879"/>
              </a:lnSpc>
              <a:defRPr/>
            </a:pPr>
            <a:endParaRPr>
              <a:latin typeface="Montserrat" pitchFamily="2" charset="0"/>
            </a:endParaRPr>
          </a:p>
        </p:txBody>
      </p:sp>
      <p:sp>
        <p:nvSpPr>
          <p:cNvPr id="1714729042" name="TextBox 6"/>
          <p:cNvSpPr txBox="1"/>
          <p:nvPr/>
        </p:nvSpPr>
        <p:spPr bwMode="auto">
          <a:xfrm>
            <a:off x="1143000" y="4364383"/>
            <a:ext cx="10287360" cy="335989"/>
          </a:xfrm>
          <a:prstGeom prst="rect">
            <a:avLst/>
          </a:prstGeom>
          <a:noFill/>
        </p:spPr>
        <p:txBody>
          <a:bodyPr wrap="square" lIns="0" tIns="0" rIns="0" bIns="0" anchor="t">
            <a:spAutoFit/>
          </a:bodyPr>
          <a:lstStyle/>
          <a:p>
            <a:pPr algn="l">
              <a:lnSpc>
                <a:spcPts val="2879"/>
              </a:lnSpc>
              <a:defRPr/>
            </a:pPr>
            <a:endParaRPr dirty="0">
              <a:latin typeface="Montserrat" pitchFamily="2" charset="0"/>
            </a:endParaRPr>
          </a:p>
        </p:txBody>
      </p:sp>
      <p:sp>
        <p:nvSpPr>
          <p:cNvPr id="74005380" name="TextBox 7"/>
          <p:cNvSpPr txBox="1"/>
          <p:nvPr/>
        </p:nvSpPr>
        <p:spPr bwMode="auto">
          <a:xfrm>
            <a:off x="1143000" y="5333850"/>
            <a:ext cx="10287720" cy="335989"/>
          </a:xfrm>
          <a:prstGeom prst="rect">
            <a:avLst/>
          </a:prstGeom>
          <a:noFill/>
        </p:spPr>
        <p:txBody>
          <a:bodyPr wrap="square" lIns="0" tIns="0" rIns="0" bIns="0" anchor="t">
            <a:spAutoFit/>
          </a:bodyPr>
          <a:lstStyle/>
          <a:p>
            <a:pPr algn="l">
              <a:lnSpc>
                <a:spcPts val="2879"/>
              </a:lnSpc>
              <a:defRPr/>
            </a:pPr>
            <a:endParaRPr>
              <a:latin typeface="Montserrat"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08527672" name="TextBox 1908527671"/>
          <p:cNvSpPr txBox="1"/>
          <p:nvPr/>
        </p:nvSpPr>
        <p:spPr bwMode="auto">
          <a:xfrm>
            <a:off x="710552" y="255864"/>
            <a:ext cx="4267388"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sz="4000" b="1" dirty="0">
                <a:latin typeface="Montserrat" pitchFamily="2" charset="0"/>
              </a:rPr>
              <a:t>Introduction</a:t>
            </a:r>
          </a:p>
        </p:txBody>
      </p:sp>
      <p:sp>
        <p:nvSpPr>
          <p:cNvPr id="1967088" name="TextBox 1967087"/>
          <p:cNvSpPr txBox="1"/>
          <p:nvPr/>
        </p:nvSpPr>
        <p:spPr bwMode="auto">
          <a:xfrm>
            <a:off x="670560" y="1500096"/>
            <a:ext cx="10668000" cy="384432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r>
              <a:rPr sz="1600" dirty="0">
                <a:latin typeface="Montserrat" pitchFamily="2" charset="0"/>
              </a:rPr>
              <a:t>Digital banking platforms generate a continuous stream of transaction data through activities such as online payments, money transfers, ATM withdrawals, deposits, and bill payments. Processing this data in real time is important for monitoring transaction behavior, improving business decisions, and identifying unusual activity.</a:t>
            </a:r>
          </a:p>
          <a:p>
            <a:pPr algn="just"/>
            <a:endParaRPr sz="1600" dirty="0">
              <a:latin typeface="Montserrat" pitchFamily="2" charset="0"/>
            </a:endParaRPr>
          </a:p>
          <a:p>
            <a:pPr algn="just"/>
            <a:r>
              <a:rPr sz="1600" dirty="0">
                <a:latin typeface="Montserrat" pitchFamily="2" charset="0"/>
              </a:rPr>
              <a:t>This project develops a Real-Time Banking Transaction Analytics Pipeline that captures and processes live transaction data using Apache Kafka and </a:t>
            </a:r>
            <a:r>
              <a:rPr sz="1600" dirty="0" err="1">
                <a:latin typeface="Montserrat" pitchFamily="2" charset="0"/>
              </a:rPr>
              <a:t>PySpark</a:t>
            </a:r>
            <a:r>
              <a:rPr sz="1600" dirty="0">
                <a:latin typeface="Montserrat" pitchFamily="2" charset="0"/>
              </a:rPr>
              <a:t> Structured Streaming. The system follows a Medallion Architecture to organize and progressively improve the quality of data.</a:t>
            </a:r>
          </a:p>
          <a:p>
            <a:pPr algn="just"/>
            <a:endParaRPr sz="1600" dirty="0">
              <a:latin typeface="Montserrat" pitchFamily="2" charset="0"/>
            </a:endParaRPr>
          </a:p>
          <a:p>
            <a:pPr algn="just"/>
            <a:r>
              <a:rPr sz="1600" dirty="0">
                <a:latin typeface="Montserrat" pitchFamily="2" charset="0"/>
              </a:rPr>
              <a:t>The pipeline also includes fault-tolerant data handling, anomaly monitoring, and automated workflow management using Apache Airflow. The processed data is stored in Delta Lake and SQLite, and the final insights are presented through Power BI dashboards.</a:t>
            </a:r>
          </a:p>
          <a:p>
            <a:pPr algn="just"/>
            <a:endParaRPr sz="1600" dirty="0">
              <a:latin typeface="Montserrat" pitchFamily="2" charset="0"/>
            </a:endParaRPr>
          </a:p>
          <a:p>
            <a:pPr algn="just"/>
            <a:r>
              <a:rPr sz="1600" dirty="0">
                <a:latin typeface="Montserrat" pitchFamily="2" charset="0"/>
              </a:rPr>
              <a:t>The overall goal is to transform raw, real-time banking transactions into reliable and actionable business intelligence.</a:t>
            </a:r>
          </a:p>
        </p:txBody>
      </p:sp>
      <p:sp>
        <p:nvSpPr>
          <p:cNvPr id="3" name="Rectangle 3">
            <a:extLst>
              <a:ext uri="{FF2B5EF4-FFF2-40B4-BE49-F238E27FC236}">
                <a16:creationId xmlns:a16="http://schemas.microsoft.com/office/drawing/2014/main" id="{E737440F-0B56-9904-AD78-130C5F9E5FDE}"/>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solidFill>
          <a:srgbClr val="FFFFFF"/>
        </a:solidFill>
        <a:effectLst/>
      </p:bgPr>
    </p:bg>
    <p:spTree>
      <p:nvGrpSpPr>
        <p:cNvPr id="1" name=""/>
        <p:cNvGrpSpPr/>
        <p:nvPr/>
      </p:nvGrpSpPr>
      <p:grpSpPr bwMode="auto">
        <a:xfrm>
          <a:off x="0" y="0"/>
          <a:ext cx="0" cy="0"/>
          <a:chOff x="0" y="0"/>
          <a:chExt cx="0" cy="0"/>
        </a:xfrm>
      </p:grpSpPr>
      <p:sp>
        <p:nvSpPr>
          <p:cNvPr id="739767262" name="TextBox 739767261"/>
          <p:cNvSpPr txBox="1"/>
          <p:nvPr/>
        </p:nvSpPr>
        <p:spPr bwMode="auto">
          <a:xfrm>
            <a:off x="588264" y="182512"/>
            <a:ext cx="8554747" cy="717632"/>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r>
              <a:rPr sz="4000" b="1" dirty="0">
                <a:latin typeface="Montserrat" pitchFamily="2" charset="0"/>
              </a:rPr>
              <a:t>Tech Stack</a:t>
            </a:r>
          </a:p>
        </p:txBody>
      </p:sp>
      <p:sp>
        <p:nvSpPr>
          <p:cNvPr id="285006526" name="TextBox 285006525"/>
          <p:cNvSpPr txBox="1"/>
          <p:nvPr/>
        </p:nvSpPr>
        <p:spPr bwMode="auto">
          <a:xfrm>
            <a:off x="588264" y="1289387"/>
            <a:ext cx="10668000" cy="5094985"/>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just"/>
            <a:r>
              <a:rPr sz="1600" b="1" u="sng" dirty="0">
                <a:latin typeface="Montserrat" pitchFamily="2" charset="0"/>
              </a:rPr>
              <a:t>Data Generation &amp; Ingestion</a:t>
            </a:r>
          </a:p>
          <a:p>
            <a:pPr algn="just"/>
            <a:r>
              <a:rPr sz="1600" b="1" dirty="0">
                <a:latin typeface="Montserrat" pitchFamily="2" charset="0"/>
              </a:rPr>
              <a:t>Python</a:t>
            </a:r>
            <a:r>
              <a:rPr sz="1600" dirty="0">
                <a:latin typeface="Montserrat" pitchFamily="2" charset="0"/>
              </a:rPr>
              <a:t>: Generates continuous banking transaction events such as transfers, online payments, ATM withdrawals, deposits, and bill payments.</a:t>
            </a:r>
          </a:p>
          <a:p>
            <a:pPr algn="just"/>
            <a:r>
              <a:rPr sz="1600" b="1" dirty="0">
                <a:latin typeface="Montserrat" pitchFamily="2" charset="0"/>
              </a:rPr>
              <a:t>Apache Kafka</a:t>
            </a:r>
            <a:r>
              <a:rPr sz="1600" dirty="0">
                <a:latin typeface="Montserrat" pitchFamily="2" charset="0"/>
              </a:rPr>
              <a:t>: Handles high-volume real-time transaction streaming and reliably transfers data to the processing layer.</a:t>
            </a:r>
          </a:p>
          <a:p>
            <a:pPr algn="just"/>
            <a:endParaRPr sz="1600" dirty="0">
              <a:latin typeface="Montserrat" pitchFamily="2" charset="0"/>
            </a:endParaRPr>
          </a:p>
          <a:p>
            <a:pPr algn="just"/>
            <a:r>
              <a:rPr sz="1600" b="1" u="sng" dirty="0">
                <a:latin typeface="Montserrat" pitchFamily="2" charset="0"/>
              </a:rPr>
              <a:t>Data Processing &amp; Storage</a:t>
            </a:r>
          </a:p>
          <a:p>
            <a:pPr algn="just"/>
            <a:r>
              <a:rPr sz="1600" b="1" dirty="0" err="1">
                <a:latin typeface="Montserrat" pitchFamily="2" charset="0"/>
              </a:rPr>
              <a:t>PySpark</a:t>
            </a:r>
            <a:r>
              <a:rPr sz="1600" b="1" dirty="0">
                <a:latin typeface="Montserrat" pitchFamily="2" charset="0"/>
              </a:rPr>
              <a:t> Structured Streaming</a:t>
            </a:r>
            <a:r>
              <a:rPr sz="1600" dirty="0">
                <a:latin typeface="Montserrat" pitchFamily="2" charset="0"/>
              </a:rPr>
              <a:t>: Processes Kafka streams, validates transactions, handles invalid records, performs transformations, and monitors transaction patterns.</a:t>
            </a:r>
          </a:p>
          <a:p>
            <a:pPr algn="just"/>
            <a:r>
              <a:rPr sz="1600" b="1" dirty="0">
                <a:latin typeface="Montserrat" pitchFamily="2" charset="0"/>
              </a:rPr>
              <a:t>Delta Lake</a:t>
            </a:r>
            <a:r>
              <a:rPr sz="1600" dirty="0">
                <a:latin typeface="Montserrat" pitchFamily="2" charset="0"/>
              </a:rPr>
              <a:t>: Provides scalable and ACID-compliant storage for the Bronze and Silver layers.</a:t>
            </a:r>
          </a:p>
          <a:p>
            <a:pPr algn="just"/>
            <a:r>
              <a:rPr sz="1600" dirty="0">
                <a:latin typeface="Montserrat" pitchFamily="2" charset="0"/>
              </a:rPr>
              <a:t>SQLite: Stores the refined Gold layer data using a Star Schema for efficient querying and analysis.</a:t>
            </a:r>
          </a:p>
          <a:p>
            <a:pPr algn="just"/>
            <a:endParaRPr sz="1600" dirty="0">
              <a:latin typeface="Montserrat" pitchFamily="2" charset="0"/>
            </a:endParaRPr>
          </a:p>
          <a:p>
            <a:pPr algn="just"/>
            <a:r>
              <a:rPr sz="1600" b="1" u="sng" dirty="0">
                <a:latin typeface="Montserrat" pitchFamily="2" charset="0"/>
              </a:rPr>
              <a:t>Orchestration &amp; Visualization</a:t>
            </a:r>
          </a:p>
          <a:p>
            <a:pPr algn="just"/>
            <a:r>
              <a:rPr sz="1600" b="1" dirty="0">
                <a:latin typeface="Montserrat" pitchFamily="2" charset="0"/>
              </a:rPr>
              <a:t>Apache Airflow</a:t>
            </a:r>
            <a:r>
              <a:rPr sz="1600" dirty="0">
                <a:latin typeface="Montserrat" pitchFamily="2" charset="0"/>
              </a:rPr>
              <a:t>: Automates and manages workflows for transforming Silver layer data into Gold layer business metrics.</a:t>
            </a:r>
          </a:p>
          <a:p>
            <a:pPr algn="just"/>
            <a:r>
              <a:rPr sz="1600" b="1" dirty="0">
                <a:latin typeface="Montserrat" pitchFamily="2" charset="0"/>
              </a:rPr>
              <a:t>Power</a:t>
            </a:r>
            <a:r>
              <a:rPr sz="1600" dirty="0">
                <a:latin typeface="Montserrat" pitchFamily="2" charset="0"/>
              </a:rPr>
              <a:t> </a:t>
            </a:r>
            <a:r>
              <a:rPr sz="1600" b="1" dirty="0">
                <a:latin typeface="Montserrat" pitchFamily="2" charset="0"/>
              </a:rPr>
              <a:t>BI</a:t>
            </a:r>
            <a:r>
              <a:rPr sz="1600" dirty="0">
                <a:latin typeface="Montserrat" pitchFamily="2" charset="0"/>
              </a:rPr>
              <a:t>: Creates interactive dashboards for visualizing transaction volume, transaction value, failed transactions, anomalies, and trends.</a:t>
            </a:r>
          </a:p>
          <a:p>
            <a:pPr algn="just"/>
            <a:endParaRPr sz="1600" dirty="0">
              <a:latin typeface="Montserrat" pitchFamily="2" charset="0"/>
            </a:endParaRPr>
          </a:p>
          <a:p>
            <a:pPr algn="just"/>
            <a:r>
              <a:rPr sz="1600" b="1" u="sng" dirty="0">
                <a:latin typeface="Montserrat" pitchFamily="2" charset="0"/>
              </a:rPr>
              <a:t>Architecture</a:t>
            </a:r>
          </a:p>
          <a:p>
            <a:pPr algn="just"/>
            <a:r>
              <a:rPr sz="1600" b="1" dirty="0">
                <a:latin typeface="Montserrat" pitchFamily="2" charset="0"/>
              </a:rPr>
              <a:t>Python → Apache Kafka → </a:t>
            </a:r>
            <a:r>
              <a:rPr sz="1600" b="1" dirty="0" err="1">
                <a:latin typeface="Montserrat" pitchFamily="2" charset="0"/>
              </a:rPr>
              <a:t>PySpark</a:t>
            </a:r>
            <a:r>
              <a:rPr sz="1600" b="1" dirty="0">
                <a:latin typeface="Montserrat" pitchFamily="2" charset="0"/>
              </a:rPr>
              <a:t> → Delta Lake → Apache Airflow → SQLite → Power BI</a:t>
            </a:r>
          </a:p>
        </p:txBody>
      </p:sp>
      <p:sp>
        <p:nvSpPr>
          <p:cNvPr id="3" name="Rectangle 3">
            <a:extLst>
              <a:ext uri="{FF2B5EF4-FFF2-40B4-BE49-F238E27FC236}">
                <a16:creationId xmlns:a16="http://schemas.microsoft.com/office/drawing/2014/main" id="{19913BE6-94E8-D494-270C-718C9806A34C}"/>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50875186" name="TextBox 650875185"/>
          <p:cNvSpPr txBox="1"/>
          <p:nvPr/>
        </p:nvSpPr>
        <p:spPr bwMode="auto">
          <a:xfrm>
            <a:off x="3906225" y="2057400"/>
            <a:ext cx="184731" cy="717632"/>
          </a:xfrm>
          <a:prstGeom prst="rect">
            <a:avLst/>
          </a:prstGeom>
          <a:noFill/>
        </p:spPr>
        <p:txBody>
          <a:bodyPr vertOverflow="overflow" horzOverflow="overflow" vert="horz" wrap="none" lIns="91440" tIns="45720" rIns="91440" bIns="45720" numCol="1" spcCol="0" rtlCol="0" fromWordArt="0" anchor="t" anchorCtr="0" forceAA="0" compatLnSpc="0">
            <a:spAutoFit/>
          </a:bodyPr>
          <a:lstStyle/>
          <a:p>
            <a:pPr>
              <a:defRPr/>
            </a:pPr>
            <a:endParaRPr sz="4000">
              <a:latin typeface="Montserrat" pitchFamily="2" charset="0"/>
              <a:cs typeface="Helvetica"/>
            </a:endParaRPr>
          </a:p>
        </p:txBody>
      </p:sp>
      <p:sp>
        <p:nvSpPr>
          <p:cNvPr id="1042091766" name="TextBox 1042091765"/>
          <p:cNvSpPr txBox="1"/>
          <p:nvPr/>
        </p:nvSpPr>
        <p:spPr bwMode="auto">
          <a:xfrm>
            <a:off x="2473367" y="1819585"/>
            <a:ext cx="7245265" cy="3218830"/>
          </a:xfrm>
          <a:prstGeom prst="rect">
            <a:avLst/>
          </a:prstGeom>
          <a:noFill/>
        </p:spPr>
        <p:txBody>
          <a:bodyPr vertOverflow="overflow" horzOverflow="overflow" vert="horz" wrap="square" lIns="91440" tIns="45720" rIns="91440" bIns="45720" numCol="1" spcCol="0" rtlCol="0" fromWordArt="0" anchor="t" anchorCtr="0" forceAA="0" compatLnSpc="0">
            <a:spAutoFit/>
          </a:bodyPr>
          <a:lstStyle/>
          <a:p>
            <a:pPr algn="ctr"/>
            <a:r>
              <a:rPr sz="10000" b="1" dirty="0">
                <a:latin typeface="Montserrat" pitchFamily="2" charset="0"/>
              </a:rPr>
              <a:t>THANK YOU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show="0">
  <p:cSld>
    <p:bg>
      <p:bgPr>
        <a:solidFill>
          <a:srgbClr val="FFFFFF"/>
        </a:solidFill>
        <a:effectLst/>
      </p:bgPr>
    </p:bg>
    <p:spTree>
      <p:nvGrpSpPr>
        <p:cNvPr id="1" name=""/>
        <p:cNvGrpSpPr/>
        <p:nvPr/>
      </p:nvGrpSpPr>
      <p:grpSpPr bwMode="auto">
        <a:xfrm>
          <a:off x="0" y="0"/>
          <a:ext cx="0" cy="0"/>
          <a:chOff x="0" y="0"/>
          <a:chExt cx="0" cy="0"/>
        </a:xfrm>
      </p:grpSpPr>
      <p:sp>
        <p:nvSpPr>
          <p:cNvPr id="1348706850" name="TextBox 3"/>
          <p:cNvSpPr txBox="1"/>
          <p:nvPr/>
        </p:nvSpPr>
        <p:spPr bwMode="auto">
          <a:xfrm>
            <a:off x="670560" y="240991"/>
            <a:ext cx="11201400" cy="647700"/>
          </a:xfrm>
          <a:prstGeom prst="rect">
            <a:avLst/>
          </a:prstGeom>
          <a:noFill/>
        </p:spPr>
        <p:txBody>
          <a:bodyPr wrap="square" lIns="0" tIns="0" rIns="0" bIns="0" anchor="t">
            <a:spAutoFit/>
          </a:bodyPr>
          <a:lstStyle/>
          <a:p>
            <a:r>
              <a:t>Problem Statement</a:t>
            </a:r>
          </a:p>
        </p:txBody>
      </p:sp>
      <p:sp>
        <p:nvSpPr>
          <p:cNvPr id="1993814532" name="TextBox 5"/>
          <p:cNvSpPr txBox="1"/>
          <p:nvPr/>
        </p:nvSpPr>
        <p:spPr bwMode="auto">
          <a:xfrm>
            <a:off x="761999" y="1064414"/>
            <a:ext cx="4790957" cy="274679"/>
          </a:xfrm>
          <a:prstGeom prst="rect">
            <a:avLst/>
          </a:prstGeom>
          <a:noFill/>
        </p:spPr>
        <p:txBody>
          <a:bodyPr wrap="square" lIns="0" tIns="0" rIns="0" bIns="0" anchor="t">
            <a:spAutoFit/>
          </a:bodyPr>
          <a:lstStyle/>
          <a:p>
            <a:pPr algn="l">
              <a:defRPr/>
            </a:pPr>
            <a:endParaRPr>
              <a:latin typeface="Montserrat" pitchFamily="2" charset="0"/>
            </a:endParaRPr>
          </a:p>
        </p:txBody>
      </p:sp>
      <p:sp>
        <p:nvSpPr>
          <p:cNvPr id="1097211319" name="TextBox 6"/>
          <p:cNvSpPr txBox="1"/>
          <p:nvPr/>
        </p:nvSpPr>
        <p:spPr bwMode="auto">
          <a:xfrm>
            <a:off x="1200150" y="1472950"/>
            <a:ext cx="9849209" cy="384080"/>
          </a:xfrm>
          <a:prstGeom prst="rect">
            <a:avLst/>
          </a:prstGeom>
          <a:noFill/>
        </p:spPr>
        <p:txBody>
          <a:bodyPr wrap="square" lIns="409575" tIns="0" rIns="0" bIns="0" anchor="t">
            <a:spAutoFit/>
          </a:bodyPr>
          <a:lstStyle/>
          <a:p>
            <a:pPr algn="l">
              <a:lnSpc>
                <a:spcPts val="3359"/>
              </a:lnSpc>
              <a:defRPr/>
            </a:pPr>
            <a:endParaRPr>
              <a:latin typeface="Montserrat" pitchFamily="2" charset="0"/>
            </a:endParaRPr>
          </a:p>
        </p:txBody>
      </p:sp>
      <p:sp>
        <p:nvSpPr>
          <p:cNvPr id="131499612" name="TextBox 8"/>
          <p:cNvSpPr txBox="1"/>
          <p:nvPr/>
        </p:nvSpPr>
        <p:spPr bwMode="auto">
          <a:xfrm>
            <a:off x="1143000" y="4115097"/>
            <a:ext cx="4667609" cy="335989"/>
          </a:xfrm>
          <a:prstGeom prst="rect">
            <a:avLst/>
          </a:prstGeom>
          <a:noFill/>
        </p:spPr>
        <p:txBody>
          <a:bodyPr wrap="square" lIns="0" tIns="0" rIns="0" bIns="0" anchor="t">
            <a:spAutoFit/>
          </a:bodyPr>
          <a:lstStyle/>
          <a:p>
            <a:pPr algn="l">
              <a:lnSpc>
                <a:spcPts val="2879"/>
              </a:lnSpc>
              <a:defRPr/>
            </a:pPr>
            <a:endParaRPr>
              <a:latin typeface="Montserrat" pitchFamily="2" charset="0"/>
            </a:endParaRPr>
          </a:p>
        </p:txBody>
      </p:sp>
      <p:sp>
        <p:nvSpPr>
          <p:cNvPr id="1101417057" name="TextBox 9"/>
          <p:cNvSpPr txBox="1"/>
          <p:nvPr/>
        </p:nvSpPr>
        <p:spPr bwMode="auto">
          <a:xfrm>
            <a:off x="1143000" y="5450233"/>
            <a:ext cx="4667609" cy="335989"/>
          </a:xfrm>
          <a:prstGeom prst="rect">
            <a:avLst/>
          </a:prstGeom>
          <a:noFill/>
        </p:spPr>
        <p:txBody>
          <a:bodyPr wrap="square" lIns="0" tIns="0" rIns="0" bIns="0" anchor="t">
            <a:spAutoFit/>
          </a:bodyPr>
          <a:lstStyle/>
          <a:p>
            <a:pPr algn="l">
              <a:lnSpc>
                <a:spcPts val="2879"/>
              </a:lnSpc>
              <a:defRPr/>
            </a:pPr>
            <a:endParaRPr>
              <a:latin typeface="Montserrat" pitchFamily="2" charset="0"/>
            </a:endParaRPr>
          </a:p>
        </p:txBody>
      </p:sp>
      <p:sp>
        <p:nvSpPr>
          <p:cNvPr id="1230616054" name="TextBox 10"/>
          <p:cNvSpPr txBox="1"/>
          <p:nvPr/>
        </p:nvSpPr>
        <p:spPr bwMode="auto">
          <a:xfrm>
            <a:off x="6762749" y="4115097"/>
            <a:ext cx="4667609" cy="335989"/>
          </a:xfrm>
          <a:prstGeom prst="rect">
            <a:avLst/>
          </a:prstGeom>
          <a:noFill/>
        </p:spPr>
        <p:txBody>
          <a:bodyPr wrap="square" lIns="0" tIns="0" rIns="0" bIns="0" anchor="t">
            <a:spAutoFit/>
          </a:bodyPr>
          <a:lstStyle/>
          <a:p>
            <a:pPr algn="l">
              <a:lnSpc>
                <a:spcPts val="2879"/>
              </a:lnSpc>
              <a:defRPr/>
            </a:pPr>
            <a:endParaRPr>
              <a:latin typeface="Montserrat" pitchFamily="2" charset="0"/>
            </a:endParaRPr>
          </a:p>
        </p:txBody>
      </p:sp>
      <p:sp>
        <p:nvSpPr>
          <p:cNvPr id="256575454" name="TextBox 11"/>
          <p:cNvSpPr txBox="1"/>
          <p:nvPr/>
        </p:nvSpPr>
        <p:spPr bwMode="auto">
          <a:xfrm>
            <a:off x="6762749" y="5450233"/>
            <a:ext cx="4667609" cy="335989"/>
          </a:xfrm>
          <a:prstGeom prst="rect">
            <a:avLst/>
          </a:prstGeom>
          <a:noFill/>
        </p:spPr>
        <p:txBody>
          <a:bodyPr wrap="square" lIns="0" tIns="0" rIns="0" bIns="0" anchor="t">
            <a:spAutoFit/>
          </a:bodyPr>
          <a:lstStyle/>
          <a:p>
            <a:pPr algn="l">
              <a:lnSpc>
                <a:spcPts val="2879"/>
              </a:lnSpc>
              <a:defRPr/>
            </a:pPr>
            <a:endParaRPr>
              <a:latin typeface="Montserrat" pitchFamily="2" charset="0"/>
            </a:endParaRPr>
          </a:p>
        </p:txBody>
      </p:sp>
      <p:sp>
        <p:nvSpPr>
          <p:cNvPr id="1508836747" name=" 1508836746"/>
          <p:cNvSpPr/>
          <p:nvPr/>
        </p:nvSpPr>
        <p:spPr bwMode="auto">
          <a:xfrm>
            <a:off x="670560" y="1358721"/>
            <a:ext cx="10668000" cy="25674066"/>
          </a:xfr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t>In today's digital banking environment, financial institutions generate huge amounts of transaction data every second. Traditional batch processing can create delays, making it difficult for businesses to monitor live transaction activity, identify unusual transaction patterns, and respond quickly to potential risks.</a:t>
            </a:r>
          </a:p>
          <a:p>
            <a:endParaRPr/>
          </a:p>
          <a:p>
            <a:r>
              <a:t>This project addresses these challenges by developing a robust real-time data streaming pipeline. It captures live banking transaction events and processes them as they occur, turning raw transaction data into useful and actionable business insights.</a:t>
            </a:r>
          </a:p>
          <a:p>
            <a:endParaRPr/>
          </a:p>
          <a:p>
            <a:r>
              <a:t>Core Objectives</a:t>
            </a:r>
          </a:p>
          <a:p>
            <a:r>
              <a:t>Real-Time Analytics: Process and analyze banking transactions with minimal delay.</a:t>
            </a:r>
          </a:p>
          <a:p>
            <a:r>
              <a:t>Enterprise-Grade Architecture: Use a Medallion Architecture with Bronze, Silver, and Gold layers to progressively clean, structure, and optimize data.</a:t>
            </a:r>
          </a:p>
          <a:p>
            <a:r>
              <a:t>Fault Tolerance and Data Quality: Implement a Quarantine Layer (Dead Letter Queue) to isolate invalid or malformed transactions without interrupting the main pipeline.</a:t>
            </a:r>
          </a:p>
          <a:p>
            <a:r>
              <a:t>Anomaly Monitoring: Monitor unusual transaction frequency, value, and activity patterns to help identify potential anomalous behavior at an early stage.</a:t>
            </a:r>
          </a:p>
        </p:txBody>
      </p:sp>
      <p:sp>
        <p:nvSpPr>
          <p:cNvPr id="3" name="Rectangle 3">
            <a:extLst>
              <a:ext uri="{FF2B5EF4-FFF2-40B4-BE49-F238E27FC236}">
                <a16:creationId xmlns:a16="http://schemas.microsoft.com/office/drawing/2014/main" id="{70F92699-858D-CBBF-5FF0-2570BD61D720}"/>
              </a:ext>
            </a:extLst>
          </p:cNvPr>
          <p:cNvSpPr/>
          <p:nvPr/>
        </p:nvSpPr>
        <p:spPr bwMode="auto">
          <a:xfrm>
            <a:off x="670560" y="1084042"/>
            <a:ext cx="10668000" cy="28575"/>
          </a:xfrm>
          <a:prstGeom prst="rect">
            <a:avLst/>
          </a:prstGeom>
          <a:solidFill>
            <a:srgbClr val="4338C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a:pPr>
            <a:endParaRPr>
              <a:latin typeface="Montserrat" pitchFamily="2"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
      <a:majorFont>
        <a:latin typeface="Calibri"/>
        <a:ea typeface="Arial"/>
        <a:cs typeface="Arial"/>
      </a:majorFont>
      <a:minorFont>
        <a:latin typeface="Calibri"/>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spDef>
      <a:spPr bwMode="auto"/>
      <a:bodyPr/>
      <a:lstStyle/>
      <a:style>
        <a:lnRef idx="1">
          <a:schemeClr val="accent1"/>
        </a:lnRef>
        <a:fillRef idx="3">
          <a:schemeClr val="accent1"/>
        </a:fillRef>
        <a:effectRef idx="2">
          <a:schemeClr val="accent1"/>
        </a:effectRef>
        <a:fontRef idx="minor">
          <a:schemeClr val="lt1"/>
        </a:fontRef>
      </a:style>
    </a:spDef>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47</TotalTime>
  <Words>747</Words>
  <Application>Microsoft Office PowerPoint</Application>
  <PresentationFormat>Widescreen</PresentationFormat>
  <Paragraphs>60</Paragraphs>
  <Slides>6</Slides>
  <Notes>6</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Raghu Nandan Bheema</dc:creator>
  <cp:keywords/>
  <dc:description>generated using python-pptx</dc:description>
  <cp:lastModifiedBy>Raghu Nandan Bheema</cp:lastModifiedBy>
  <cp:revision>7</cp:revision>
  <dcterms:created xsi:type="dcterms:W3CDTF">2013-01-27T09:14:16Z</dcterms:created>
  <dcterms:modified xsi:type="dcterms:W3CDTF">2026-08-19T04:20:30Z</dcterms:modified>
  <cp:category/>
</cp:coreProperties>
</file>